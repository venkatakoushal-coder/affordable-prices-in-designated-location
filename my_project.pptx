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6"/>
  </p:notesMasterIdLst>
  <p:handoutMasterIdLst>
    <p:handoutMasterId r:id="rId17"/>
  </p:handoutMasterIdLst>
  <p:sldIdLst>
    <p:sldId id="314" r:id="rId3"/>
    <p:sldId id="323" r:id="rId4"/>
    <p:sldId id="266" r:id="rId5"/>
    <p:sldId id="341" r:id="rId6"/>
    <p:sldId id="342" r:id="rId7"/>
    <p:sldId id="343" r:id="rId8"/>
    <p:sldId id="344" r:id="rId9"/>
    <p:sldId id="345" r:id="rId10"/>
    <p:sldId id="346" r:id="rId11"/>
    <p:sldId id="340" r:id="rId12"/>
    <p:sldId id="347" r:id="rId13"/>
    <p:sldId id="348" r:id="rId14"/>
    <p:sldId id="33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BB4F49-9224-4B0C-B74C-76A4237DD78E}" v="45" dt="2026-03-09T03:52:37.5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582"/>
    <p:restoredTop sz="95833"/>
  </p:normalViewPr>
  <p:slideViewPr>
    <p:cSldViewPr snapToGrid="0" snapToObjects="1">
      <p:cViewPr varScale="1">
        <p:scale>
          <a:sx n="73" d="100"/>
          <a:sy n="73" d="100"/>
        </p:scale>
        <p:origin x="72" y="413"/>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ushal konnur" userId="429f8f67305ec229" providerId="LiveId" clId="{E629A7C8-4A37-40B0-B7E3-2A3FC0B62F4F}"/>
    <pc:docChg chg="undo custSel delSld modSld sldOrd">
      <pc:chgData name="koushal konnur" userId="429f8f67305ec229" providerId="LiveId" clId="{E629A7C8-4A37-40B0-B7E3-2A3FC0B62F4F}" dt="2026-03-09T08:57:15.609" v="875"/>
      <pc:docMkLst>
        <pc:docMk/>
      </pc:docMkLst>
      <pc:sldChg chg="modSp del mod">
        <pc:chgData name="koushal konnur" userId="429f8f67305ec229" providerId="LiveId" clId="{E629A7C8-4A37-40B0-B7E3-2A3FC0B62F4F}" dt="2026-03-09T04:02:06.689" v="871" actId="2696"/>
        <pc:sldMkLst>
          <pc:docMk/>
          <pc:sldMk cId="2851391703" sldId="261"/>
        </pc:sldMkLst>
        <pc:spChg chg="mod">
          <ac:chgData name="koushal konnur" userId="429f8f67305ec229" providerId="LiveId" clId="{E629A7C8-4A37-40B0-B7E3-2A3FC0B62F4F}" dt="2026-03-09T03:44:09.919" v="727" actId="20577"/>
          <ac:spMkLst>
            <pc:docMk/>
            <pc:sldMk cId="2851391703" sldId="261"/>
            <ac:spMk id="5" creationId="{BD5C2420-26C9-65B4-41BA-D5CA69721C05}"/>
          </ac:spMkLst>
        </pc:spChg>
        <pc:spChg chg="mod">
          <ac:chgData name="koushal konnur" userId="429f8f67305ec229" providerId="LiveId" clId="{E629A7C8-4A37-40B0-B7E3-2A3FC0B62F4F}" dt="2026-03-09T03:44:05.505" v="726" actId="20577"/>
          <ac:spMkLst>
            <pc:docMk/>
            <pc:sldMk cId="2851391703" sldId="261"/>
            <ac:spMk id="6" creationId="{AE9B4454-96E6-70D8-1440-2142487397DF}"/>
          </ac:spMkLst>
        </pc:spChg>
        <pc:spChg chg="mod">
          <ac:chgData name="koushal konnur" userId="429f8f67305ec229" providerId="LiveId" clId="{E629A7C8-4A37-40B0-B7E3-2A3FC0B62F4F}" dt="2026-03-09T04:02:01.976" v="870" actId="6549"/>
          <ac:spMkLst>
            <pc:docMk/>
            <pc:sldMk cId="2851391703" sldId="261"/>
            <ac:spMk id="9" creationId="{0BAA4F36-AB00-F2C4-B47F-6381355DE604}"/>
          </ac:spMkLst>
        </pc:spChg>
      </pc:sldChg>
      <pc:sldChg chg="addSp delSp modSp mod ord">
        <pc:chgData name="koushal konnur" userId="429f8f67305ec229" providerId="LiveId" clId="{E629A7C8-4A37-40B0-B7E3-2A3FC0B62F4F}" dt="2026-03-09T08:57:15.609" v="875"/>
        <pc:sldMkLst>
          <pc:docMk/>
          <pc:sldMk cId="930833320" sldId="266"/>
        </pc:sldMkLst>
        <pc:spChg chg="add mod">
          <ac:chgData name="koushal konnur" userId="429f8f67305ec229" providerId="LiveId" clId="{E629A7C8-4A37-40B0-B7E3-2A3FC0B62F4F}" dt="2026-03-09T03:08:38.643" v="128"/>
          <ac:spMkLst>
            <pc:docMk/>
            <pc:sldMk cId="930833320" sldId="266"/>
            <ac:spMk id="2" creationId="{10AA7E2F-D2DE-8ACD-68A7-CC63DE27A993}"/>
          </ac:spMkLst>
        </pc:spChg>
        <pc:spChg chg="add mod">
          <ac:chgData name="koushal konnur" userId="429f8f67305ec229" providerId="LiveId" clId="{E629A7C8-4A37-40B0-B7E3-2A3FC0B62F4F}" dt="2026-03-09T03:25:48.387" v="420" actId="2711"/>
          <ac:spMkLst>
            <pc:docMk/>
            <pc:sldMk cId="930833320" sldId="266"/>
            <ac:spMk id="3" creationId="{7E0BA5BA-6F25-A3A6-E895-8199C4E24D20}"/>
          </ac:spMkLst>
        </pc:spChg>
        <pc:spChg chg="mod">
          <ac:chgData name="koushal konnur" userId="429f8f67305ec229" providerId="LiveId" clId="{E629A7C8-4A37-40B0-B7E3-2A3FC0B62F4F}" dt="2026-03-09T03:11:49.901" v="179" actId="20577"/>
          <ac:spMkLst>
            <pc:docMk/>
            <pc:sldMk cId="930833320" sldId="266"/>
            <ac:spMk id="5" creationId="{BD5C2420-26C9-65B4-41BA-D5CA69721C05}"/>
          </ac:spMkLst>
        </pc:spChg>
        <pc:spChg chg="mod">
          <ac:chgData name="koushal konnur" userId="429f8f67305ec229" providerId="LiveId" clId="{E629A7C8-4A37-40B0-B7E3-2A3FC0B62F4F}" dt="2026-03-09T03:11:47.715" v="178" actId="20577"/>
          <ac:spMkLst>
            <pc:docMk/>
            <pc:sldMk cId="930833320" sldId="266"/>
            <ac:spMk id="6" creationId="{AE9B4454-96E6-70D8-1440-2142487397DF}"/>
          </ac:spMkLst>
        </pc:spChg>
        <pc:spChg chg="mod">
          <ac:chgData name="koushal konnur" userId="429f8f67305ec229" providerId="LiveId" clId="{E629A7C8-4A37-40B0-B7E3-2A3FC0B62F4F}" dt="2026-03-09T03:25:38.602" v="419" actId="2711"/>
          <ac:spMkLst>
            <pc:docMk/>
            <pc:sldMk cId="930833320" sldId="266"/>
            <ac:spMk id="8" creationId="{D45DB3B1-7702-A34D-B15A-E964B95D6FB5}"/>
          </ac:spMkLst>
        </pc:spChg>
        <pc:spChg chg="add del">
          <ac:chgData name="koushal konnur" userId="429f8f67305ec229" providerId="LiveId" clId="{E629A7C8-4A37-40B0-B7E3-2A3FC0B62F4F}" dt="2026-03-09T03:08:40.176" v="129"/>
          <ac:spMkLst>
            <pc:docMk/>
            <pc:sldMk cId="930833320" sldId="266"/>
            <ac:spMk id="9" creationId="{0BAA4F36-AB00-F2C4-B47F-6381355DE604}"/>
          </ac:spMkLst>
        </pc:spChg>
      </pc:sldChg>
      <pc:sldChg chg="modSp mod">
        <pc:chgData name="koushal konnur" userId="429f8f67305ec229" providerId="LiveId" clId="{E629A7C8-4A37-40B0-B7E3-2A3FC0B62F4F}" dt="2026-03-09T03:44:16.077" v="728" actId="20577"/>
        <pc:sldMkLst>
          <pc:docMk/>
          <pc:sldMk cId="1017016331" sldId="314"/>
        </pc:sldMkLst>
        <pc:spChg chg="mod">
          <ac:chgData name="koushal konnur" userId="429f8f67305ec229" providerId="LiveId" clId="{E629A7C8-4A37-40B0-B7E3-2A3FC0B62F4F}" dt="2026-03-09T02:56:21.459" v="46" actId="20577"/>
          <ac:spMkLst>
            <pc:docMk/>
            <pc:sldMk cId="1017016331" sldId="314"/>
            <ac:spMk id="2" creationId="{3C500A09-BF95-A121-71A4-33FFE91ACA86}"/>
          </ac:spMkLst>
        </pc:spChg>
        <pc:spChg chg="mod">
          <ac:chgData name="koushal konnur" userId="429f8f67305ec229" providerId="LiveId" clId="{E629A7C8-4A37-40B0-B7E3-2A3FC0B62F4F}" dt="2026-03-09T02:57:36.264" v="103" actId="20577"/>
          <ac:spMkLst>
            <pc:docMk/>
            <pc:sldMk cId="1017016331" sldId="314"/>
            <ac:spMk id="3" creationId="{7AEAE0CE-45A1-A1FF-31F4-66CECAEF3059}"/>
          </ac:spMkLst>
        </pc:spChg>
        <pc:spChg chg="mod">
          <ac:chgData name="koushal konnur" userId="429f8f67305ec229" providerId="LiveId" clId="{E629A7C8-4A37-40B0-B7E3-2A3FC0B62F4F}" dt="2026-03-09T03:44:16.077" v="728" actId="20577"/>
          <ac:spMkLst>
            <pc:docMk/>
            <pc:sldMk cId="1017016331" sldId="314"/>
            <ac:spMk id="6" creationId="{024CF11E-4EBB-004C-8FD7-152B8D16D8B6}"/>
          </ac:spMkLst>
        </pc:spChg>
        <pc:spChg chg="mod">
          <ac:chgData name="koushal konnur" userId="429f8f67305ec229" providerId="LiveId" clId="{E629A7C8-4A37-40B0-B7E3-2A3FC0B62F4F}" dt="2026-03-09T03:14:10.157" v="200" actId="20577"/>
          <ac:spMkLst>
            <pc:docMk/>
            <pc:sldMk cId="1017016331" sldId="314"/>
            <ac:spMk id="13" creationId="{3F9DE7D0-41AC-90DD-3065-235240261B1B}"/>
          </ac:spMkLst>
        </pc:spChg>
        <pc:picChg chg="mod">
          <ac:chgData name="koushal konnur" userId="429f8f67305ec229" providerId="LiveId" clId="{E629A7C8-4A37-40B0-B7E3-2A3FC0B62F4F}" dt="2026-03-09T02:58:07.082" v="116" actId="1076"/>
          <ac:picMkLst>
            <pc:docMk/>
            <pc:sldMk cId="1017016331" sldId="314"/>
            <ac:picMk id="12" creationId="{22EBCDF0-8C0C-C908-85EA-FD8A72825B21}"/>
          </ac:picMkLst>
        </pc:picChg>
      </pc:sldChg>
      <pc:sldChg chg="modSp del mod">
        <pc:chgData name="koushal konnur" userId="429f8f67305ec229" providerId="LiveId" clId="{E629A7C8-4A37-40B0-B7E3-2A3FC0B62F4F}" dt="2026-03-09T04:02:12.890" v="872" actId="2696"/>
        <pc:sldMkLst>
          <pc:docMk/>
          <pc:sldMk cId="326239331" sldId="322"/>
        </pc:sldMkLst>
        <pc:spChg chg="mod">
          <ac:chgData name="koushal konnur" userId="429f8f67305ec229" providerId="LiveId" clId="{E629A7C8-4A37-40B0-B7E3-2A3FC0B62F4F}" dt="2026-03-09T03:11:31.095" v="172" actId="20577"/>
          <ac:spMkLst>
            <pc:docMk/>
            <pc:sldMk cId="326239331" sldId="322"/>
            <ac:spMk id="5" creationId="{BD5C2420-26C9-65B4-41BA-D5CA69721C05}"/>
          </ac:spMkLst>
        </pc:spChg>
        <pc:spChg chg="mod">
          <ac:chgData name="koushal konnur" userId="429f8f67305ec229" providerId="LiveId" clId="{E629A7C8-4A37-40B0-B7E3-2A3FC0B62F4F}" dt="2026-03-09T03:11:28.587" v="171" actId="20577"/>
          <ac:spMkLst>
            <pc:docMk/>
            <pc:sldMk cId="326239331" sldId="322"/>
            <ac:spMk id="6" creationId="{AE9B4454-96E6-70D8-1440-2142487397DF}"/>
          </ac:spMkLst>
        </pc:spChg>
        <pc:spChg chg="mod">
          <ac:chgData name="koushal konnur" userId="429f8f67305ec229" providerId="LiveId" clId="{E629A7C8-4A37-40B0-B7E3-2A3FC0B62F4F}" dt="2026-03-09T02:58:46.016" v="117" actId="20578"/>
          <ac:spMkLst>
            <pc:docMk/>
            <pc:sldMk cId="326239331" sldId="322"/>
            <ac:spMk id="9" creationId="{0BAA4F36-AB00-F2C4-B47F-6381355DE604}"/>
          </ac:spMkLst>
        </pc:spChg>
      </pc:sldChg>
      <pc:sldChg chg="modSp mod">
        <pc:chgData name="koushal konnur" userId="429f8f67305ec229" providerId="LiveId" clId="{E629A7C8-4A37-40B0-B7E3-2A3FC0B62F4F}" dt="2026-03-09T03:11:44.591" v="177" actId="20577"/>
        <pc:sldMkLst>
          <pc:docMk/>
          <pc:sldMk cId="2715783799" sldId="323"/>
        </pc:sldMkLst>
        <pc:spChg chg="mod">
          <ac:chgData name="koushal konnur" userId="429f8f67305ec229" providerId="LiveId" clId="{E629A7C8-4A37-40B0-B7E3-2A3FC0B62F4F}" dt="2026-03-09T03:11:40.865" v="173" actId="20577"/>
          <ac:spMkLst>
            <pc:docMk/>
            <pc:sldMk cId="2715783799" sldId="323"/>
            <ac:spMk id="5" creationId="{BD5C2420-26C9-65B4-41BA-D5CA69721C05}"/>
          </ac:spMkLst>
        </pc:spChg>
        <pc:spChg chg="mod">
          <ac:chgData name="koushal konnur" userId="429f8f67305ec229" providerId="LiveId" clId="{E629A7C8-4A37-40B0-B7E3-2A3FC0B62F4F}" dt="2026-03-09T03:11:44.591" v="177" actId="20577"/>
          <ac:spMkLst>
            <pc:docMk/>
            <pc:sldMk cId="2715783799" sldId="323"/>
            <ac:spMk id="6" creationId="{AE9B4454-96E6-70D8-1440-2142487397DF}"/>
          </ac:spMkLst>
        </pc:spChg>
        <pc:spChg chg="mod">
          <ac:chgData name="koushal konnur" userId="429f8f67305ec229" providerId="LiveId" clId="{E629A7C8-4A37-40B0-B7E3-2A3FC0B62F4F}" dt="2026-03-09T03:02:27.734" v="126" actId="20577"/>
          <ac:spMkLst>
            <pc:docMk/>
            <pc:sldMk cId="2715783799" sldId="323"/>
            <ac:spMk id="9" creationId="{0BAA4F36-AB00-F2C4-B47F-6381355DE604}"/>
          </ac:spMkLst>
        </pc:spChg>
      </pc:sldChg>
      <pc:sldChg chg="modSp mod">
        <pc:chgData name="koushal konnur" userId="429f8f67305ec229" providerId="LiveId" clId="{E629A7C8-4A37-40B0-B7E3-2A3FC0B62F4F}" dt="2026-03-09T03:56:55.602" v="835" actId="2711"/>
        <pc:sldMkLst>
          <pc:docMk/>
          <pc:sldMk cId="4213958207" sldId="332"/>
        </pc:sldMkLst>
        <pc:spChg chg="mod">
          <ac:chgData name="koushal konnur" userId="429f8f67305ec229" providerId="LiveId" clId="{E629A7C8-4A37-40B0-B7E3-2A3FC0B62F4F}" dt="2026-03-09T03:56:55.602" v="835" actId="2711"/>
          <ac:spMkLst>
            <pc:docMk/>
            <pc:sldMk cId="4213958207" sldId="332"/>
            <ac:spMk id="9" creationId="{0BAA4F36-AB00-F2C4-B47F-6381355DE604}"/>
          </ac:spMkLst>
        </pc:spChg>
      </pc:sldChg>
      <pc:sldChg chg="addSp delSp modSp mod">
        <pc:chgData name="koushal konnur" userId="429f8f67305ec229" providerId="LiveId" clId="{E629A7C8-4A37-40B0-B7E3-2A3FC0B62F4F}" dt="2026-03-09T03:56:46.357" v="834" actId="1076"/>
        <pc:sldMkLst>
          <pc:docMk/>
          <pc:sldMk cId="3431953712" sldId="340"/>
        </pc:sldMkLst>
        <pc:spChg chg="mod">
          <ac:chgData name="koushal konnur" userId="429f8f67305ec229" providerId="LiveId" clId="{E629A7C8-4A37-40B0-B7E3-2A3FC0B62F4F}" dt="2026-03-09T03:49:51.531" v="778" actId="1076"/>
          <ac:spMkLst>
            <pc:docMk/>
            <pc:sldMk cId="3431953712" sldId="340"/>
            <ac:spMk id="2" creationId="{37323D68-D41B-9825-3931-B79590C795F8}"/>
          </ac:spMkLst>
        </pc:spChg>
        <pc:spChg chg="del mod">
          <ac:chgData name="koushal konnur" userId="429f8f67305ec229" providerId="LiveId" clId="{E629A7C8-4A37-40B0-B7E3-2A3FC0B62F4F}" dt="2026-03-09T03:46:36.658" v="737" actId="22"/>
          <ac:spMkLst>
            <pc:docMk/>
            <pc:sldMk cId="3431953712" sldId="340"/>
            <ac:spMk id="3" creationId="{D408550D-1730-34EA-8ABA-9BB036DE20DE}"/>
          </ac:spMkLst>
        </pc:spChg>
        <pc:spChg chg="mod">
          <ac:chgData name="koushal konnur" userId="429f8f67305ec229" providerId="LiveId" clId="{E629A7C8-4A37-40B0-B7E3-2A3FC0B62F4F}" dt="2026-03-09T03:48:37.572" v="760" actId="20577"/>
          <ac:spMkLst>
            <pc:docMk/>
            <pc:sldMk cId="3431953712" sldId="340"/>
            <ac:spMk id="4" creationId="{F1963D1B-E2DB-29C3-BA63-FF21B16E3D52}"/>
          </ac:spMkLst>
        </pc:spChg>
        <pc:spChg chg="mod">
          <ac:chgData name="koushal konnur" userId="429f8f67305ec229" providerId="LiveId" clId="{E629A7C8-4A37-40B0-B7E3-2A3FC0B62F4F}" dt="2026-03-09T03:48:33.914" v="759" actId="20577"/>
          <ac:spMkLst>
            <pc:docMk/>
            <pc:sldMk cId="3431953712" sldId="340"/>
            <ac:spMk id="5" creationId="{49114CB5-AB44-10F9-E8AF-4658C65956F4}"/>
          </ac:spMkLst>
        </pc:spChg>
        <pc:spChg chg="add del mod">
          <ac:chgData name="koushal konnur" userId="429f8f67305ec229" providerId="LiveId" clId="{E629A7C8-4A37-40B0-B7E3-2A3FC0B62F4F}" dt="2026-03-09T03:56:37.251" v="829" actId="22"/>
          <ac:spMkLst>
            <pc:docMk/>
            <pc:sldMk cId="3431953712" sldId="340"/>
            <ac:spMk id="13" creationId="{F79B0083-8A31-59C4-BECF-FA15E4710CC4}"/>
          </ac:spMkLst>
        </pc:spChg>
        <pc:picChg chg="add mod">
          <ac:chgData name="koushal konnur" userId="429f8f67305ec229" providerId="LiveId" clId="{E629A7C8-4A37-40B0-B7E3-2A3FC0B62F4F}" dt="2026-03-09T03:54:53.197" v="805" actId="1076"/>
          <ac:picMkLst>
            <pc:docMk/>
            <pc:sldMk cId="3431953712" sldId="340"/>
            <ac:picMk id="7" creationId="{14D54A7C-0CFD-EBDD-4B67-384CB67ADE02}"/>
          </ac:picMkLst>
        </pc:picChg>
        <pc:picChg chg="add del mod ord">
          <ac:chgData name="koushal konnur" userId="429f8f67305ec229" providerId="LiveId" clId="{E629A7C8-4A37-40B0-B7E3-2A3FC0B62F4F}" dt="2026-03-09T03:55:46.259" v="806" actId="478"/>
          <ac:picMkLst>
            <pc:docMk/>
            <pc:sldMk cId="3431953712" sldId="340"/>
            <ac:picMk id="8" creationId="{F9A74D26-FF94-EACE-A370-58FB868B4161}"/>
          </ac:picMkLst>
        </pc:picChg>
        <pc:picChg chg="add del">
          <ac:chgData name="koushal konnur" userId="429f8f67305ec229" providerId="LiveId" clId="{E629A7C8-4A37-40B0-B7E3-2A3FC0B62F4F}" dt="2026-03-09T03:47:14.471" v="743" actId="478"/>
          <ac:picMkLst>
            <pc:docMk/>
            <pc:sldMk cId="3431953712" sldId="340"/>
            <ac:picMk id="10" creationId="{5944228C-1A57-2620-9A25-5516A616C164}"/>
          </ac:picMkLst>
        </pc:picChg>
        <pc:picChg chg="add mod">
          <ac:chgData name="koushal konnur" userId="429f8f67305ec229" providerId="LiveId" clId="{E629A7C8-4A37-40B0-B7E3-2A3FC0B62F4F}" dt="2026-03-09T03:54:51.047" v="804" actId="1076"/>
          <ac:picMkLst>
            <pc:docMk/>
            <pc:sldMk cId="3431953712" sldId="340"/>
            <ac:picMk id="10" creationId="{ACB80A73-0CD1-9994-0FD2-117DD695F499}"/>
          </ac:picMkLst>
        </pc:picChg>
        <pc:picChg chg="add del mod">
          <ac:chgData name="koushal konnur" userId="429f8f67305ec229" providerId="LiveId" clId="{E629A7C8-4A37-40B0-B7E3-2A3FC0B62F4F}" dt="2026-03-09T03:54:36.376" v="795" actId="478"/>
          <ac:picMkLst>
            <pc:docMk/>
            <pc:sldMk cId="3431953712" sldId="340"/>
            <ac:picMk id="12" creationId="{6D9B330E-50FF-3FBA-D980-DFA279E45E53}"/>
          </ac:picMkLst>
        </pc:picChg>
        <pc:picChg chg="add del mod">
          <ac:chgData name="koushal konnur" userId="429f8f67305ec229" providerId="LiveId" clId="{E629A7C8-4A37-40B0-B7E3-2A3FC0B62F4F}" dt="2026-03-09T03:56:29.470" v="828" actId="22"/>
          <ac:picMkLst>
            <pc:docMk/>
            <pc:sldMk cId="3431953712" sldId="340"/>
            <ac:picMk id="15" creationId="{8B3D3F40-E9ED-C89D-AF09-AD1323286532}"/>
          </ac:picMkLst>
        </pc:picChg>
        <pc:picChg chg="add mod ord">
          <ac:chgData name="koushal konnur" userId="429f8f67305ec229" providerId="LiveId" clId="{E629A7C8-4A37-40B0-B7E3-2A3FC0B62F4F}" dt="2026-03-09T03:56:46.357" v="834" actId="1076"/>
          <ac:picMkLst>
            <pc:docMk/>
            <pc:sldMk cId="3431953712" sldId="340"/>
            <ac:picMk id="17" creationId="{C7BE7944-A899-9B86-EAFE-1702A730EFE9}"/>
          </ac:picMkLst>
        </pc:picChg>
      </pc:sldChg>
      <pc:sldChg chg="modSp mod">
        <pc:chgData name="koushal konnur" userId="429f8f67305ec229" providerId="LiveId" clId="{E629A7C8-4A37-40B0-B7E3-2A3FC0B62F4F}" dt="2026-03-09T03:26:03.554" v="422" actId="2711"/>
        <pc:sldMkLst>
          <pc:docMk/>
          <pc:sldMk cId="3205484866" sldId="341"/>
        </pc:sldMkLst>
        <pc:spChg chg="mod">
          <ac:chgData name="koushal konnur" userId="429f8f67305ec229" providerId="LiveId" clId="{E629A7C8-4A37-40B0-B7E3-2A3FC0B62F4F}" dt="2026-03-09T03:11:54.261" v="181" actId="20577"/>
          <ac:spMkLst>
            <pc:docMk/>
            <pc:sldMk cId="3205484866" sldId="341"/>
            <ac:spMk id="5" creationId="{DBF95472-1444-D525-21F0-49779A036CF4}"/>
          </ac:spMkLst>
        </pc:spChg>
        <pc:spChg chg="mod">
          <ac:chgData name="koushal konnur" userId="429f8f67305ec229" providerId="LiveId" clId="{E629A7C8-4A37-40B0-B7E3-2A3FC0B62F4F}" dt="2026-03-09T03:11:52.524" v="180" actId="20577"/>
          <ac:spMkLst>
            <pc:docMk/>
            <pc:sldMk cId="3205484866" sldId="341"/>
            <ac:spMk id="6" creationId="{F5E105F9-7400-1835-C4B4-B38C94DE631B}"/>
          </ac:spMkLst>
        </pc:spChg>
        <pc:spChg chg="mod">
          <ac:chgData name="koushal konnur" userId="429f8f67305ec229" providerId="LiveId" clId="{E629A7C8-4A37-40B0-B7E3-2A3FC0B62F4F}" dt="2026-03-09T03:25:56.632" v="421" actId="2711"/>
          <ac:spMkLst>
            <pc:docMk/>
            <pc:sldMk cId="3205484866" sldId="341"/>
            <ac:spMk id="8" creationId="{2EAE696E-C5CB-1479-F98C-F7C2D0B7BED0}"/>
          </ac:spMkLst>
        </pc:spChg>
        <pc:spChg chg="mod">
          <ac:chgData name="koushal konnur" userId="429f8f67305ec229" providerId="LiveId" clId="{E629A7C8-4A37-40B0-B7E3-2A3FC0B62F4F}" dt="2026-03-09T03:26:03.554" v="422" actId="2711"/>
          <ac:spMkLst>
            <pc:docMk/>
            <pc:sldMk cId="3205484866" sldId="341"/>
            <ac:spMk id="9" creationId="{89135224-75FA-6942-7E71-50A315519F9D}"/>
          </ac:spMkLst>
        </pc:spChg>
      </pc:sldChg>
      <pc:sldChg chg="addSp delSp modSp mod">
        <pc:chgData name="koushal konnur" userId="429f8f67305ec229" providerId="LiveId" clId="{E629A7C8-4A37-40B0-B7E3-2A3FC0B62F4F}" dt="2026-03-09T03:29:11.214" v="679" actId="255"/>
        <pc:sldMkLst>
          <pc:docMk/>
          <pc:sldMk cId="3489011149" sldId="342"/>
        </pc:sldMkLst>
        <pc:spChg chg="add">
          <ac:chgData name="koushal konnur" userId="429f8f67305ec229" providerId="LiveId" clId="{E629A7C8-4A37-40B0-B7E3-2A3FC0B62F4F}" dt="2026-03-09T03:16:43.138" v="205"/>
          <ac:spMkLst>
            <pc:docMk/>
            <pc:sldMk cId="3489011149" sldId="342"/>
            <ac:spMk id="2" creationId="{9413DBDB-DDCC-6716-FAB5-07DC65079187}"/>
          </ac:spMkLst>
        </pc:spChg>
        <pc:spChg chg="add del">
          <ac:chgData name="koushal konnur" userId="429f8f67305ec229" providerId="LiveId" clId="{E629A7C8-4A37-40B0-B7E3-2A3FC0B62F4F}" dt="2026-03-09T03:16:48.051" v="207" actId="478"/>
          <ac:spMkLst>
            <pc:docMk/>
            <pc:sldMk cId="3489011149" sldId="342"/>
            <ac:spMk id="3" creationId="{128C70CB-7FAB-6297-5A7B-4D8F986E27F9}"/>
          </ac:spMkLst>
        </pc:spChg>
        <pc:spChg chg="add del mod">
          <ac:chgData name="koushal konnur" userId="429f8f67305ec229" providerId="LiveId" clId="{E629A7C8-4A37-40B0-B7E3-2A3FC0B62F4F}" dt="2026-03-09T03:17:40.459" v="224" actId="478"/>
          <ac:spMkLst>
            <pc:docMk/>
            <pc:sldMk cId="3489011149" sldId="342"/>
            <ac:spMk id="4" creationId="{ED5DCDD4-23E4-D14A-8ED5-F3B8704C08A4}"/>
          </ac:spMkLst>
        </pc:spChg>
        <pc:spChg chg="mod">
          <ac:chgData name="koushal konnur" userId="429f8f67305ec229" providerId="LiveId" clId="{E629A7C8-4A37-40B0-B7E3-2A3FC0B62F4F}" dt="2026-03-09T03:19:46.943" v="342" actId="20577"/>
          <ac:spMkLst>
            <pc:docMk/>
            <pc:sldMk cId="3489011149" sldId="342"/>
            <ac:spMk id="5" creationId="{ABAD3843-97BD-682A-B84E-8FDB1825801E}"/>
          </ac:spMkLst>
        </pc:spChg>
        <pc:spChg chg="mod">
          <ac:chgData name="koushal konnur" userId="429f8f67305ec229" providerId="LiveId" clId="{E629A7C8-4A37-40B0-B7E3-2A3FC0B62F4F}" dt="2026-03-09T03:19:48.901" v="343" actId="20577"/>
          <ac:spMkLst>
            <pc:docMk/>
            <pc:sldMk cId="3489011149" sldId="342"/>
            <ac:spMk id="6" creationId="{8AA237BD-B76F-738D-5648-B271AAD57998}"/>
          </ac:spMkLst>
        </pc:spChg>
        <pc:spChg chg="del mod">
          <ac:chgData name="koushal konnur" userId="429f8f67305ec229" providerId="LiveId" clId="{E629A7C8-4A37-40B0-B7E3-2A3FC0B62F4F}" dt="2026-03-09T03:16:48.051" v="207" actId="478"/>
          <ac:spMkLst>
            <pc:docMk/>
            <pc:sldMk cId="3489011149" sldId="342"/>
            <ac:spMk id="9" creationId="{BB15296F-156D-BE47-727B-C34C7CDD40D4}"/>
          </ac:spMkLst>
        </pc:spChg>
        <pc:spChg chg="add mod">
          <ac:chgData name="koushal konnur" userId="429f8f67305ec229" providerId="LiveId" clId="{E629A7C8-4A37-40B0-B7E3-2A3FC0B62F4F}" dt="2026-03-09T03:16:56.689" v="211"/>
          <ac:spMkLst>
            <pc:docMk/>
            <pc:sldMk cId="3489011149" sldId="342"/>
            <ac:spMk id="10" creationId="{042760B5-F1EC-1B6A-2EB8-27479C7E28A6}"/>
          </ac:spMkLst>
        </pc:spChg>
        <pc:spChg chg="add mod">
          <ac:chgData name="koushal konnur" userId="429f8f67305ec229" providerId="LiveId" clId="{E629A7C8-4A37-40B0-B7E3-2A3FC0B62F4F}" dt="2026-03-09T03:17:33.639" v="219" actId="27636"/>
          <ac:spMkLst>
            <pc:docMk/>
            <pc:sldMk cId="3489011149" sldId="342"/>
            <ac:spMk id="11" creationId="{CA58323C-22B9-2382-A409-79B926409963}"/>
          </ac:spMkLst>
        </pc:spChg>
        <pc:spChg chg="add del">
          <ac:chgData name="koushal konnur" userId="429f8f67305ec229" providerId="LiveId" clId="{E629A7C8-4A37-40B0-B7E3-2A3FC0B62F4F}" dt="2026-03-09T03:17:40.459" v="224" actId="478"/>
          <ac:spMkLst>
            <pc:docMk/>
            <pc:sldMk cId="3489011149" sldId="342"/>
            <ac:spMk id="12" creationId="{4E9DAA42-0B60-6543-5CD4-0B94B281E8C5}"/>
          </ac:spMkLst>
        </pc:spChg>
        <pc:spChg chg="add del mod">
          <ac:chgData name="koushal konnur" userId="429f8f67305ec229" providerId="LiveId" clId="{E629A7C8-4A37-40B0-B7E3-2A3FC0B62F4F}" dt="2026-03-09T03:29:11.214" v="679" actId="255"/>
          <ac:spMkLst>
            <pc:docMk/>
            <pc:sldMk cId="3489011149" sldId="342"/>
            <ac:spMk id="13" creationId="{7DD1804C-53BD-8885-28CE-73B6B611C581}"/>
          </ac:spMkLst>
        </pc:spChg>
        <pc:spChg chg="add del">
          <ac:chgData name="koushal konnur" userId="429f8f67305ec229" providerId="LiveId" clId="{E629A7C8-4A37-40B0-B7E3-2A3FC0B62F4F}" dt="2026-03-09T03:22:17.314" v="409" actId="478"/>
          <ac:spMkLst>
            <pc:docMk/>
            <pc:sldMk cId="3489011149" sldId="342"/>
            <ac:spMk id="14" creationId="{D4302097-F1F2-6C24-B5B5-12796423A201}"/>
          </ac:spMkLst>
        </pc:spChg>
        <pc:spChg chg="add mod">
          <ac:chgData name="koushal konnur" userId="429f8f67305ec229" providerId="LiveId" clId="{E629A7C8-4A37-40B0-B7E3-2A3FC0B62F4F}" dt="2026-03-09T03:22:15.849" v="408" actId="478"/>
          <ac:spMkLst>
            <pc:docMk/>
            <pc:sldMk cId="3489011149" sldId="342"/>
            <ac:spMk id="15" creationId="{23617FAE-AA94-2418-6AED-B37EC616507B}"/>
          </ac:spMkLst>
        </pc:spChg>
      </pc:sldChg>
      <pc:sldChg chg="modSp mod">
        <pc:chgData name="koushal konnur" userId="429f8f67305ec229" providerId="LiveId" clId="{E629A7C8-4A37-40B0-B7E3-2A3FC0B62F4F}" dt="2026-03-09T03:32:31.470" v="688" actId="2711"/>
        <pc:sldMkLst>
          <pc:docMk/>
          <pc:sldMk cId="4072965683" sldId="343"/>
        </pc:sldMkLst>
        <pc:spChg chg="mod">
          <ac:chgData name="koushal konnur" userId="429f8f67305ec229" providerId="LiveId" clId="{E629A7C8-4A37-40B0-B7E3-2A3FC0B62F4F}" dt="2026-03-09T03:30:29.044" v="684" actId="20577"/>
          <ac:spMkLst>
            <pc:docMk/>
            <pc:sldMk cId="4072965683" sldId="343"/>
            <ac:spMk id="5" creationId="{919FF571-AABB-DBF0-2720-7F01DFDDF1CF}"/>
          </ac:spMkLst>
        </pc:spChg>
        <pc:spChg chg="mod">
          <ac:chgData name="koushal konnur" userId="429f8f67305ec229" providerId="LiveId" clId="{E629A7C8-4A37-40B0-B7E3-2A3FC0B62F4F}" dt="2026-03-09T03:30:26.986" v="683" actId="20577"/>
          <ac:spMkLst>
            <pc:docMk/>
            <pc:sldMk cId="4072965683" sldId="343"/>
            <ac:spMk id="6" creationId="{ECAF6678-7BBF-2FBC-8619-C887BD26D4FF}"/>
          </ac:spMkLst>
        </pc:spChg>
        <pc:spChg chg="mod">
          <ac:chgData name="koushal konnur" userId="429f8f67305ec229" providerId="LiveId" clId="{E629A7C8-4A37-40B0-B7E3-2A3FC0B62F4F}" dt="2026-03-09T03:32:31.470" v="688" actId="2711"/>
          <ac:spMkLst>
            <pc:docMk/>
            <pc:sldMk cId="4072965683" sldId="343"/>
            <ac:spMk id="8" creationId="{2F8E0586-CE85-480D-585E-FCD3C3448CF2}"/>
          </ac:spMkLst>
        </pc:spChg>
        <pc:spChg chg="mod">
          <ac:chgData name="koushal konnur" userId="429f8f67305ec229" providerId="LiveId" clId="{E629A7C8-4A37-40B0-B7E3-2A3FC0B62F4F}" dt="2026-03-09T03:32:23.115" v="687" actId="2711"/>
          <ac:spMkLst>
            <pc:docMk/>
            <pc:sldMk cId="4072965683" sldId="343"/>
            <ac:spMk id="9" creationId="{1890F206-B37F-761D-F471-0BF91F889799}"/>
          </ac:spMkLst>
        </pc:spChg>
      </pc:sldChg>
      <pc:sldChg chg="modSp mod">
        <pc:chgData name="koushal konnur" userId="429f8f67305ec229" providerId="LiveId" clId="{E629A7C8-4A37-40B0-B7E3-2A3FC0B62F4F}" dt="2026-03-09T03:35:26.208" v="700" actId="2711"/>
        <pc:sldMkLst>
          <pc:docMk/>
          <pc:sldMk cId="1263985989" sldId="344"/>
        </pc:sldMkLst>
        <pc:spChg chg="mod">
          <ac:chgData name="koushal konnur" userId="429f8f67305ec229" providerId="LiveId" clId="{E629A7C8-4A37-40B0-B7E3-2A3FC0B62F4F}" dt="2026-03-09T03:33:06.837" v="694" actId="20577"/>
          <ac:spMkLst>
            <pc:docMk/>
            <pc:sldMk cId="1263985989" sldId="344"/>
            <ac:spMk id="5" creationId="{268B0D62-5A39-5424-9CF6-9A5122E0D21E}"/>
          </ac:spMkLst>
        </pc:spChg>
        <pc:spChg chg="mod">
          <ac:chgData name="koushal konnur" userId="429f8f67305ec229" providerId="LiveId" clId="{E629A7C8-4A37-40B0-B7E3-2A3FC0B62F4F}" dt="2026-03-09T03:33:05.060" v="693" actId="20577"/>
          <ac:spMkLst>
            <pc:docMk/>
            <pc:sldMk cId="1263985989" sldId="344"/>
            <ac:spMk id="6" creationId="{47045F34-84C7-08FE-3B8E-621019BE8AFE}"/>
          </ac:spMkLst>
        </pc:spChg>
        <pc:spChg chg="mod">
          <ac:chgData name="koushal konnur" userId="429f8f67305ec229" providerId="LiveId" clId="{E629A7C8-4A37-40B0-B7E3-2A3FC0B62F4F}" dt="2026-03-09T03:35:26.208" v="700" actId="2711"/>
          <ac:spMkLst>
            <pc:docMk/>
            <pc:sldMk cId="1263985989" sldId="344"/>
            <ac:spMk id="8" creationId="{787EB9E5-2196-BA25-5BC0-0ADC2050CEF9}"/>
          </ac:spMkLst>
        </pc:spChg>
        <pc:spChg chg="mod">
          <ac:chgData name="koushal konnur" userId="429f8f67305ec229" providerId="LiveId" clId="{E629A7C8-4A37-40B0-B7E3-2A3FC0B62F4F}" dt="2026-03-09T03:35:16.803" v="699" actId="27636"/>
          <ac:spMkLst>
            <pc:docMk/>
            <pc:sldMk cId="1263985989" sldId="344"/>
            <ac:spMk id="9" creationId="{363C44B8-E8B6-5D9D-90FF-ECD825D72DFC}"/>
          </ac:spMkLst>
        </pc:spChg>
      </pc:sldChg>
      <pc:sldChg chg="modSp mod">
        <pc:chgData name="koushal konnur" userId="429f8f67305ec229" providerId="LiveId" clId="{E629A7C8-4A37-40B0-B7E3-2A3FC0B62F4F}" dt="2026-03-09T03:44:39.889" v="732" actId="27636"/>
        <pc:sldMkLst>
          <pc:docMk/>
          <pc:sldMk cId="1906946512" sldId="345"/>
        </pc:sldMkLst>
        <pc:spChg chg="mod">
          <ac:chgData name="koushal konnur" userId="429f8f67305ec229" providerId="LiveId" clId="{E629A7C8-4A37-40B0-B7E3-2A3FC0B62F4F}" dt="2026-03-09T03:44:27.821" v="729" actId="20577"/>
          <ac:spMkLst>
            <pc:docMk/>
            <pc:sldMk cId="1906946512" sldId="345"/>
            <ac:spMk id="5" creationId="{49D0E4ED-DE37-6D8E-7EB1-1F0F05E37DA3}"/>
          </ac:spMkLst>
        </pc:spChg>
        <pc:spChg chg="mod">
          <ac:chgData name="koushal konnur" userId="429f8f67305ec229" providerId="LiveId" clId="{E629A7C8-4A37-40B0-B7E3-2A3FC0B62F4F}" dt="2026-03-09T03:44:30.370" v="730" actId="20577"/>
          <ac:spMkLst>
            <pc:docMk/>
            <pc:sldMk cId="1906946512" sldId="345"/>
            <ac:spMk id="6" creationId="{4925EEDF-18C5-49AB-9643-7F31370592F9}"/>
          </ac:spMkLst>
        </pc:spChg>
        <pc:spChg chg="mod">
          <ac:chgData name="koushal konnur" userId="429f8f67305ec229" providerId="LiveId" clId="{E629A7C8-4A37-40B0-B7E3-2A3FC0B62F4F}" dt="2026-03-09T03:36:30.877" v="712" actId="255"/>
          <ac:spMkLst>
            <pc:docMk/>
            <pc:sldMk cId="1906946512" sldId="345"/>
            <ac:spMk id="8" creationId="{C3A50108-EF3B-F9BF-CB25-7C4C67A41AAC}"/>
          </ac:spMkLst>
        </pc:spChg>
        <pc:spChg chg="mod">
          <ac:chgData name="koushal konnur" userId="429f8f67305ec229" providerId="LiveId" clId="{E629A7C8-4A37-40B0-B7E3-2A3FC0B62F4F}" dt="2026-03-09T03:44:39.889" v="732" actId="27636"/>
          <ac:spMkLst>
            <pc:docMk/>
            <pc:sldMk cId="1906946512" sldId="345"/>
            <ac:spMk id="9" creationId="{8769557B-A6AB-F48D-9A16-51F755A17BB7}"/>
          </ac:spMkLst>
        </pc:spChg>
      </pc:sldChg>
      <pc:sldChg chg="modSp mod">
        <pc:chgData name="koushal konnur" userId="429f8f67305ec229" providerId="LiveId" clId="{E629A7C8-4A37-40B0-B7E3-2A3FC0B62F4F}" dt="2026-03-09T03:43:41.889" v="725" actId="2711"/>
        <pc:sldMkLst>
          <pc:docMk/>
          <pc:sldMk cId="344365824" sldId="346"/>
        </pc:sldMkLst>
        <pc:spChg chg="mod">
          <ac:chgData name="koushal konnur" userId="429f8f67305ec229" providerId="LiveId" clId="{E629A7C8-4A37-40B0-B7E3-2A3FC0B62F4F}" dt="2026-03-09T03:43:12.554" v="717" actId="20577"/>
          <ac:spMkLst>
            <pc:docMk/>
            <pc:sldMk cId="344365824" sldId="346"/>
            <ac:spMk id="5" creationId="{12D1C05D-4DC9-ADC0-13CA-909E89023113}"/>
          </ac:spMkLst>
        </pc:spChg>
        <pc:spChg chg="mod">
          <ac:chgData name="koushal konnur" userId="429f8f67305ec229" providerId="LiveId" clId="{E629A7C8-4A37-40B0-B7E3-2A3FC0B62F4F}" dt="2026-03-09T03:43:09.953" v="716" actId="20577"/>
          <ac:spMkLst>
            <pc:docMk/>
            <pc:sldMk cId="344365824" sldId="346"/>
            <ac:spMk id="6" creationId="{F4CC7196-73FE-144C-6DB9-248E7AB56907}"/>
          </ac:spMkLst>
        </pc:spChg>
        <pc:spChg chg="mod">
          <ac:chgData name="koushal konnur" userId="429f8f67305ec229" providerId="LiveId" clId="{E629A7C8-4A37-40B0-B7E3-2A3FC0B62F4F}" dt="2026-03-09T03:43:24.354" v="721" actId="255"/>
          <ac:spMkLst>
            <pc:docMk/>
            <pc:sldMk cId="344365824" sldId="346"/>
            <ac:spMk id="8" creationId="{57E0E9F0-7414-F19D-A367-C4D70D67BCB3}"/>
          </ac:spMkLst>
        </pc:spChg>
        <pc:spChg chg="mod">
          <ac:chgData name="koushal konnur" userId="429f8f67305ec229" providerId="LiveId" clId="{E629A7C8-4A37-40B0-B7E3-2A3FC0B62F4F}" dt="2026-03-09T03:43:41.889" v="725" actId="2711"/>
          <ac:spMkLst>
            <pc:docMk/>
            <pc:sldMk cId="344365824" sldId="346"/>
            <ac:spMk id="9" creationId="{6726AE93-69A8-DC85-DA45-05F4D66EF996}"/>
          </ac:spMkLst>
        </pc:spChg>
      </pc:sldChg>
      <pc:sldChg chg="addSp delSp modSp mod">
        <pc:chgData name="koushal konnur" userId="429f8f67305ec229" providerId="LiveId" clId="{E629A7C8-4A37-40B0-B7E3-2A3FC0B62F4F}" dt="2026-03-09T03:52:45.341" v="794" actId="20577"/>
        <pc:sldMkLst>
          <pc:docMk/>
          <pc:sldMk cId="2858912175" sldId="347"/>
        </pc:sldMkLst>
        <pc:spChg chg="add mod">
          <ac:chgData name="koushal konnur" userId="429f8f67305ec229" providerId="LiveId" clId="{E629A7C8-4A37-40B0-B7E3-2A3FC0B62F4F}" dt="2026-03-09T03:51:53.357" v="784"/>
          <ac:spMkLst>
            <pc:docMk/>
            <pc:sldMk cId="2858912175" sldId="347"/>
            <ac:spMk id="2" creationId="{D6BEEA65-AEEA-E4D7-71AD-25022DA7012E}"/>
          </ac:spMkLst>
        </pc:spChg>
        <pc:spChg chg="add mod">
          <ac:chgData name="koushal konnur" userId="429f8f67305ec229" providerId="LiveId" clId="{E629A7C8-4A37-40B0-B7E3-2A3FC0B62F4F}" dt="2026-03-09T03:52:37.523" v="792" actId="20578"/>
          <ac:spMkLst>
            <pc:docMk/>
            <pc:sldMk cId="2858912175" sldId="347"/>
            <ac:spMk id="3" creationId="{0CE6E436-8E95-3E5A-8740-44D5B2DDDF2B}"/>
          </ac:spMkLst>
        </pc:spChg>
        <pc:spChg chg="mod">
          <ac:chgData name="koushal konnur" userId="429f8f67305ec229" providerId="LiveId" clId="{E629A7C8-4A37-40B0-B7E3-2A3FC0B62F4F}" dt="2026-03-09T03:52:45.341" v="794" actId="20577"/>
          <ac:spMkLst>
            <pc:docMk/>
            <pc:sldMk cId="2858912175" sldId="347"/>
            <ac:spMk id="5" creationId="{82A84C9A-73D1-DA76-6E0C-91C24CB8321A}"/>
          </ac:spMkLst>
        </pc:spChg>
        <pc:spChg chg="mod">
          <ac:chgData name="koushal konnur" userId="429f8f67305ec229" providerId="LiveId" clId="{E629A7C8-4A37-40B0-B7E3-2A3FC0B62F4F}" dt="2026-03-09T03:52:43.688" v="793" actId="20577"/>
          <ac:spMkLst>
            <pc:docMk/>
            <pc:sldMk cId="2858912175" sldId="347"/>
            <ac:spMk id="6" creationId="{CB81726C-C351-8876-43C7-C9B8807EA560}"/>
          </ac:spMkLst>
        </pc:spChg>
        <pc:spChg chg="mod">
          <ac:chgData name="koushal konnur" userId="429f8f67305ec229" providerId="LiveId" clId="{E629A7C8-4A37-40B0-B7E3-2A3FC0B62F4F}" dt="2026-03-09T03:50:46.812" v="781" actId="1076"/>
          <ac:spMkLst>
            <pc:docMk/>
            <pc:sldMk cId="2858912175" sldId="347"/>
            <ac:spMk id="8" creationId="{7E8F526A-5F54-0308-7336-A6E081606439}"/>
          </ac:spMkLst>
        </pc:spChg>
        <pc:spChg chg="add del mod">
          <ac:chgData name="koushal konnur" userId="429f8f67305ec229" providerId="LiveId" clId="{E629A7C8-4A37-40B0-B7E3-2A3FC0B62F4F}" dt="2026-03-09T03:51:54.831" v="785"/>
          <ac:spMkLst>
            <pc:docMk/>
            <pc:sldMk cId="2858912175" sldId="347"/>
            <ac:spMk id="9" creationId="{956E9376-CB4B-895B-7B5C-D2F5AAED7494}"/>
          </ac:spMkLst>
        </pc:spChg>
      </pc:sldChg>
      <pc:sldChg chg="addSp delSp modSp mod">
        <pc:chgData name="koushal konnur" userId="429f8f67305ec229" providerId="LiveId" clId="{E629A7C8-4A37-40B0-B7E3-2A3FC0B62F4F}" dt="2026-03-09T04:02:23.719" v="873" actId="1076"/>
        <pc:sldMkLst>
          <pc:docMk/>
          <pc:sldMk cId="2357471992" sldId="348"/>
        </pc:sldMkLst>
        <pc:spChg chg="mod">
          <ac:chgData name="koushal konnur" userId="429f8f67305ec229" providerId="LiveId" clId="{E629A7C8-4A37-40B0-B7E3-2A3FC0B62F4F}" dt="2026-03-09T04:02:23.719" v="873" actId="1076"/>
          <ac:spMkLst>
            <pc:docMk/>
            <pc:sldMk cId="2357471992" sldId="348"/>
            <ac:spMk id="2" creationId="{0C9961B8-8709-0718-F6D3-9D07622F76AF}"/>
          </ac:spMkLst>
        </pc:spChg>
        <pc:spChg chg="del mod">
          <ac:chgData name="koushal konnur" userId="429f8f67305ec229" providerId="LiveId" clId="{E629A7C8-4A37-40B0-B7E3-2A3FC0B62F4F}" dt="2026-03-09T03:59:19.069" v="841" actId="22"/>
          <ac:spMkLst>
            <pc:docMk/>
            <pc:sldMk cId="2357471992" sldId="348"/>
            <ac:spMk id="3" creationId="{81383DFD-4145-46B6-BA5B-4C9D68B54059}"/>
          </ac:spMkLst>
        </pc:spChg>
        <pc:spChg chg="mod">
          <ac:chgData name="koushal konnur" userId="429f8f67305ec229" providerId="LiveId" clId="{E629A7C8-4A37-40B0-B7E3-2A3FC0B62F4F}" dt="2026-03-09T03:59:57.588" v="850" actId="20577"/>
          <ac:spMkLst>
            <pc:docMk/>
            <pc:sldMk cId="2357471992" sldId="348"/>
            <ac:spMk id="4" creationId="{5B18EAAE-4073-261B-4850-9857C07DBAF0}"/>
          </ac:spMkLst>
        </pc:spChg>
        <pc:spChg chg="mod">
          <ac:chgData name="koushal konnur" userId="429f8f67305ec229" providerId="LiveId" clId="{E629A7C8-4A37-40B0-B7E3-2A3FC0B62F4F}" dt="2026-03-09T03:59:55.548" v="849" actId="20577"/>
          <ac:spMkLst>
            <pc:docMk/>
            <pc:sldMk cId="2357471992" sldId="348"/>
            <ac:spMk id="5" creationId="{A3CA2172-0EFE-3ADA-47FA-029EF21AB5B8}"/>
          </ac:spMkLst>
        </pc:spChg>
        <pc:spChg chg="add del mod">
          <ac:chgData name="koushal konnur" userId="429f8f67305ec229" providerId="LiveId" clId="{E629A7C8-4A37-40B0-B7E3-2A3FC0B62F4F}" dt="2026-03-09T03:59:46.180" v="844"/>
          <ac:spMkLst>
            <pc:docMk/>
            <pc:sldMk cId="2357471992" sldId="348"/>
            <ac:spMk id="10" creationId="{CDE00344-105A-036D-A18F-24D684D66648}"/>
          </ac:spMkLst>
        </pc:spChg>
        <pc:picChg chg="add del mod ord">
          <ac:chgData name="koushal konnur" userId="429f8f67305ec229" providerId="LiveId" clId="{E629A7C8-4A37-40B0-B7E3-2A3FC0B62F4F}" dt="2026-03-09T03:59:20.654" v="842" actId="478"/>
          <ac:picMkLst>
            <pc:docMk/>
            <pc:sldMk cId="2357471992" sldId="348"/>
            <ac:picMk id="8" creationId="{385E0360-6B93-6356-17AA-386EA7032A3C}"/>
          </ac:picMkLst>
        </pc:picChg>
        <pc:picChg chg="add mod ord">
          <ac:chgData name="koushal konnur" userId="429f8f67305ec229" providerId="LiveId" clId="{E629A7C8-4A37-40B0-B7E3-2A3FC0B62F4F}" dt="2026-03-09T04:00:45.676" v="859" actId="1076"/>
          <ac:picMkLst>
            <pc:docMk/>
            <pc:sldMk cId="2357471992" sldId="348"/>
            <ac:picMk id="12" creationId="{6C47FA7A-1CE7-72C2-A7F6-14A6637C1F0B}"/>
          </ac:picMkLst>
        </pc:picChg>
        <pc:picChg chg="add mod">
          <ac:chgData name="koushal konnur" userId="429f8f67305ec229" providerId="LiveId" clId="{E629A7C8-4A37-40B0-B7E3-2A3FC0B62F4F}" dt="2026-03-09T04:00:49.246" v="862" actId="1076"/>
          <ac:picMkLst>
            <pc:docMk/>
            <pc:sldMk cId="2357471992" sldId="348"/>
            <ac:picMk id="14" creationId="{00808B89-045C-B2D6-9D84-4EC2192F8CD8}"/>
          </ac:picMkLst>
        </pc:picChg>
        <pc:picChg chg="add mod">
          <ac:chgData name="koushal konnur" userId="429f8f67305ec229" providerId="LiveId" clId="{E629A7C8-4A37-40B0-B7E3-2A3FC0B62F4F}" dt="2026-03-09T04:01:17.245" v="869" actId="1076"/>
          <ac:picMkLst>
            <pc:docMk/>
            <pc:sldMk cId="2357471992" sldId="348"/>
            <ac:picMk id="16" creationId="{0BB08F41-C3CC-C7E6-6C03-4057BE00B9C9}"/>
          </ac:picMkLst>
        </pc:pic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3/9/2026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09-03-2026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09-03-2026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09-03-2026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09-03-2026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09-03-2026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09-03-2026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09-03-2026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09-03-2026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09-03-2026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09-03-2026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09-03-2026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09-03-2026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09-03-2026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09-03-2026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09-03-2026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09-03-2026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09-03-2026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Affordable Prices In Designated Location</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a:t>
            </a:r>
            <a:r>
              <a:rPr lang="en-US" sz="9600" dirty="0" err="1"/>
              <a:t>K.V.Koushal</a:t>
            </a:r>
            <a:endParaRPr lang="en-US" sz="9600" dirty="0"/>
          </a:p>
          <a:p>
            <a:pPr marL="0" indent="0" algn="ctr">
              <a:buNone/>
            </a:pPr>
            <a:r>
              <a:rPr lang="en-US" sz="9600" dirty="0"/>
              <a:t>Student ID: 2520030009</a:t>
            </a:r>
            <a:endParaRPr lang="en-US" sz="2400" dirty="0"/>
          </a:p>
          <a:p>
            <a:pPr marL="0" indent="0" algn="ctr">
              <a:buNone/>
            </a:pPr>
            <a:r>
              <a:rPr lang="en-US" sz="11200" dirty="0"/>
              <a:t>Cluster:3</a:t>
            </a:r>
          </a:p>
          <a:p>
            <a:pPr marL="0" indent="0" algn="ctr">
              <a:buNone/>
            </a:pPr>
            <a:r>
              <a:rPr lang="en-US" sz="11200" dirty="0"/>
              <a:t>Section: 11</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575079" y="5242381"/>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T.S.P Madhuri</a:t>
            </a: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10170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fontScale="92500" lnSpcReduction="20000"/>
          </a:bodyPr>
          <a:lstStyle/>
          <a:p>
            <a:r>
              <a:rPr lang="en-US" i="1" dirty="0">
                <a:latin typeface="Times New Roman" panose="02020603050405020304" pitchFamily="18" charset="0"/>
                <a:cs typeface="Times New Roman" panose="02020603050405020304" pitchFamily="18" charset="0"/>
              </a:rPr>
              <a:t>Affordable Prices in Designated Location</a:t>
            </a:r>
            <a:r>
              <a:rPr lang="en-US" dirty="0">
                <a:latin typeface="Times New Roman" panose="02020603050405020304" pitchFamily="18" charset="0"/>
                <a:cs typeface="Times New Roman" panose="02020603050405020304" pitchFamily="18" charset="0"/>
              </a:rPr>
              <a:t> is a web-based application developed using </a:t>
            </a:r>
            <a:r>
              <a:rPr lang="en-US" b="1" dirty="0">
                <a:latin typeface="Times New Roman" panose="02020603050405020304" pitchFamily="18" charset="0"/>
                <a:cs typeface="Times New Roman" panose="02020603050405020304" pitchFamily="18" charset="0"/>
              </a:rPr>
              <a:t>HTML, CSS, and JavaScript</a:t>
            </a:r>
            <a:r>
              <a:rPr lang="en-US" dirty="0">
                <a:latin typeface="Times New Roman" panose="02020603050405020304" pitchFamily="18" charset="0"/>
                <a:cs typeface="Times New Roman" panose="02020603050405020304" pitchFamily="18" charset="0"/>
              </a:rPr>
              <a:t> with the aim of helping users find essential items at affordable prices based on their required location. The project focuses on improving accessibility and convenience by allowing users to explore products that are both budget-friendly and available in specific areas, reducing unnecessary search effort and cost uncertainty.</a:t>
            </a:r>
            <a:r>
              <a:rPr lang="en-IN"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The application emphasizes a clean, user-friendly interface and efficient client-side functionality to ensure smooth interaction and quick results. By combining structured content (HTML), responsive and visually appealing design (CSS), and dynamic behavior with real-time interactions (JavaScript), the project demonstrates a practical implementation of core web development concepts while addressing a real-world problem of cost-effective shopping based on location.</a:t>
            </a: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2715783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Existing System </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3" name="Content Placeholder 2">
            <a:extLst>
              <a:ext uri="{FF2B5EF4-FFF2-40B4-BE49-F238E27FC236}">
                <a16:creationId xmlns:a16="http://schemas.microsoft.com/office/drawing/2014/main" id="{7E0BA5BA-6F25-A3A6-E895-8199C4E24D20}"/>
              </a:ext>
            </a:extLst>
          </p:cNvPr>
          <p:cNvSpPr>
            <a:spLocks noGrp="1" noChangeArrowheads="1"/>
          </p:cNvSpPr>
          <p:nvPr>
            <p:ph idx="1"/>
          </p:nvPr>
        </p:nvSpPr>
        <p:spPr bwMode="auto">
          <a:xfrm>
            <a:off x="838200" y="2154634"/>
            <a:ext cx="10758394"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unified price comparison</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must check multiple apps or stores individually to find the lowest price.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Location-based price variation not handled well</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Many platforms show product prices but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 not compare prices across nearby physical stores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the same area.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Time-consuming for users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People must manually search different shops or websites.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real-time updates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Prices in local stores may change but apps may not update quickly.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 optimized for local shopping</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Many platforms focus on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online delivery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 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cheapest store near the user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smart filtering</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cannot easily filter by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distance + price + availability together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30833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Proposed System</a:t>
            </a:r>
          </a:p>
        </p:txBody>
      </p:sp>
      <p:sp>
        <p:nvSpPr>
          <p:cNvPr id="9" name="Content Placeholder 8">
            <a:extLst>
              <a:ext uri="{FF2B5EF4-FFF2-40B4-BE49-F238E27FC236}">
                <a16:creationId xmlns:a16="http://schemas.microsoft.com/office/drawing/2014/main" id="{89135224-75FA-6942-7E71-50A315519F9D}"/>
              </a:ext>
            </a:extLst>
          </p:cNvPr>
          <p:cNvSpPr>
            <a:spLocks noGrp="1"/>
          </p:cNvSpPr>
          <p:nvPr>
            <p:ph idx="1"/>
          </p:nvPr>
        </p:nvSpPr>
        <p:spPr/>
        <p:txBody>
          <a:bodyPr>
            <a:normAutofit fontScale="55000" lnSpcReduction="20000"/>
          </a:bodyPr>
          <a:lstStyle/>
          <a:p>
            <a:r>
              <a:rPr lang="en-US" b="1" dirty="0">
                <a:latin typeface="Times New Roman" panose="02020603050405020304" pitchFamily="18" charset="0"/>
                <a:cs typeface="Times New Roman" panose="02020603050405020304" pitchFamily="18" charset="0"/>
              </a:rPr>
              <a:t>Location-based price aggregation</a:t>
            </a:r>
            <a:endParaRPr lang="en-US" dirty="0">
              <a:latin typeface="Times New Roman" panose="02020603050405020304" pitchFamily="18" charset="0"/>
              <a:cs typeface="Times New Roman" panose="02020603050405020304" pitchFamily="18" charset="0"/>
            </a:endParaRPr>
          </a:p>
          <a:p>
            <a:pPr marL="457200" lvl="1" indent="0">
              <a:buNone/>
            </a:pPr>
            <a:r>
              <a:rPr lang="en-US" dirty="0">
                <a:latin typeface="Times New Roman" panose="02020603050405020304" pitchFamily="18" charset="0"/>
                <a:cs typeface="Times New Roman" panose="02020603050405020304" pitchFamily="18" charset="0"/>
              </a:rPr>
              <a:t>Collects prices from </a:t>
            </a:r>
            <a:r>
              <a:rPr lang="en-US" b="1" dirty="0">
                <a:latin typeface="Times New Roman" panose="02020603050405020304" pitchFamily="18" charset="0"/>
                <a:cs typeface="Times New Roman" panose="02020603050405020304" pitchFamily="18" charset="0"/>
              </a:rPr>
              <a:t>multiple nearby stores and platforms</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Automatic lowest-price detection</a:t>
            </a:r>
            <a:endParaRPr lang="en-US" dirty="0">
              <a:latin typeface="Times New Roman" panose="02020603050405020304" pitchFamily="18" charset="0"/>
              <a:cs typeface="Times New Roman" panose="02020603050405020304" pitchFamily="18" charset="0"/>
            </a:endParaRPr>
          </a:p>
          <a:p>
            <a:pPr marL="457200" lvl="1" indent="0">
              <a:buNone/>
            </a:pPr>
            <a:r>
              <a:rPr lang="en-US" dirty="0">
                <a:latin typeface="Times New Roman" panose="02020603050405020304" pitchFamily="18" charset="0"/>
                <a:cs typeface="Times New Roman" panose="02020603050405020304" pitchFamily="18" charset="0"/>
              </a:rPr>
              <a:t>System automatically identifies the </a:t>
            </a:r>
            <a:r>
              <a:rPr lang="en-US" b="1" dirty="0">
                <a:latin typeface="Times New Roman" panose="02020603050405020304" pitchFamily="18" charset="0"/>
                <a:cs typeface="Times New Roman" panose="02020603050405020304" pitchFamily="18" charset="0"/>
              </a:rPr>
              <a:t>cheapest available option</a:t>
            </a:r>
            <a:r>
              <a:rPr lang="en-US" dirty="0">
                <a:latin typeface="Times New Roman" panose="02020603050405020304" pitchFamily="18" charset="0"/>
                <a:cs typeface="Times New Roman" panose="02020603050405020304" pitchFamily="18" charset="0"/>
              </a:rPr>
              <a:t> in the selected area.</a:t>
            </a:r>
          </a:p>
          <a:p>
            <a:r>
              <a:rPr lang="en-US" b="1" dirty="0">
                <a:latin typeface="Times New Roman" panose="02020603050405020304" pitchFamily="18" charset="0"/>
                <a:cs typeface="Times New Roman" panose="02020603050405020304" pitchFamily="18" charset="0"/>
              </a:rPr>
              <a:t>Distance + price optimization</a:t>
            </a:r>
            <a:endParaRPr lang="en-US" dirty="0">
              <a:latin typeface="Times New Roman" panose="02020603050405020304" pitchFamily="18" charset="0"/>
              <a:cs typeface="Times New Roman" panose="02020603050405020304" pitchFamily="18" charset="0"/>
            </a:endParaRPr>
          </a:p>
          <a:p>
            <a:pPr marL="457200" lvl="1" indent="0">
              <a:buNone/>
            </a:pPr>
            <a:r>
              <a:rPr lang="en-US" dirty="0">
                <a:latin typeface="Times New Roman" panose="02020603050405020304" pitchFamily="18" charset="0"/>
                <a:cs typeface="Times New Roman" panose="02020603050405020304" pitchFamily="18" charset="0"/>
              </a:rPr>
              <a:t>Shows stores with the </a:t>
            </a:r>
            <a:r>
              <a:rPr lang="en-US" b="1" dirty="0">
                <a:latin typeface="Times New Roman" panose="02020603050405020304" pitchFamily="18" charset="0"/>
                <a:cs typeface="Times New Roman" panose="02020603050405020304" pitchFamily="18" charset="0"/>
              </a:rPr>
              <a:t>lowest price within a reasonable distance</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Real-time or frequently updated price data</a:t>
            </a:r>
            <a:endParaRPr lang="en-US" dirty="0">
              <a:latin typeface="Times New Roman" panose="02020603050405020304" pitchFamily="18" charset="0"/>
              <a:cs typeface="Times New Roman" panose="02020603050405020304" pitchFamily="18" charset="0"/>
            </a:endParaRPr>
          </a:p>
          <a:p>
            <a:pPr marL="457200" lvl="1" indent="0">
              <a:buNone/>
            </a:pPr>
            <a:r>
              <a:rPr lang="en-US" dirty="0">
                <a:latin typeface="Times New Roman" panose="02020603050405020304" pitchFamily="18" charset="0"/>
                <a:cs typeface="Times New Roman" panose="02020603050405020304" pitchFamily="18" charset="0"/>
              </a:rPr>
              <a:t>Helps users make </a:t>
            </a:r>
            <a:r>
              <a:rPr lang="en-US" b="1" dirty="0">
                <a:latin typeface="Times New Roman" panose="02020603050405020304" pitchFamily="18" charset="0"/>
                <a:cs typeface="Times New Roman" panose="02020603050405020304" pitchFamily="18" charset="0"/>
              </a:rPr>
              <a:t>more accurate purchase decisions</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Single platform comparison</a:t>
            </a:r>
            <a:endParaRPr lang="en-US" dirty="0">
              <a:latin typeface="Times New Roman" panose="02020603050405020304" pitchFamily="18" charset="0"/>
              <a:cs typeface="Times New Roman" panose="02020603050405020304" pitchFamily="18" charset="0"/>
            </a:endParaRPr>
          </a:p>
          <a:p>
            <a:pPr marL="457200" lvl="1" indent="0">
              <a:buNone/>
            </a:pPr>
            <a:r>
              <a:rPr lang="en-US" dirty="0">
                <a:latin typeface="Times New Roman" panose="02020603050405020304" pitchFamily="18" charset="0"/>
                <a:cs typeface="Times New Roman" panose="02020603050405020304" pitchFamily="18" charset="0"/>
              </a:rPr>
              <a:t>Users do not need to check many apps.</a:t>
            </a:r>
          </a:p>
          <a:p>
            <a:r>
              <a:rPr lang="en-US" b="1" dirty="0">
                <a:latin typeface="Times New Roman" panose="02020603050405020304" pitchFamily="18" charset="0"/>
                <a:cs typeface="Times New Roman" panose="02020603050405020304" pitchFamily="18" charset="0"/>
              </a:rPr>
              <a:t>Smart search</a:t>
            </a:r>
            <a:endParaRPr lang="en-US" dirty="0">
              <a:latin typeface="Times New Roman" panose="02020603050405020304" pitchFamily="18" charset="0"/>
              <a:cs typeface="Times New Roman" panose="02020603050405020304" pitchFamily="18" charset="0"/>
            </a:endParaRPr>
          </a:p>
          <a:p>
            <a:pPr marL="457200" lvl="1" indent="0">
              <a:buNone/>
            </a:pPr>
            <a:r>
              <a:rPr lang="en-US" dirty="0">
                <a:latin typeface="Times New Roman" panose="02020603050405020304" pitchFamily="18" charset="0"/>
                <a:cs typeface="Times New Roman" panose="02020603050405020304" pitchFamily="18" charset="0"/>
              </a:rPr>
              <a:t>Users enter:</a:t>
            </a:r>
          </a:p>
          <a:p>
            <a:pPr marL="457200" lvl="1" indent="0">
              <a:buNone/>
            </a:pPr>
            <a:r>
              <a:rPr lang="en-US" dirty="0">
                <a:latin typeface="Times New Roman" panose="02020603050405020304" pitchFamily="18" charset="0"/>
                <a:cs typeface="Times New Roman" panose="02020603050405020304" pitchFamily="18" charset="0"/>
              </a:rPr>
              <a:t>Product name</a:t>
            </a:r>
          </a:p>
          <a:p>
            <a:pPr marL="457200" lvl="1" indent="0">
              <a:buNone/>
            </a:pPr>
            <a:r>
              <a:rPr lang="en-US" dirty="0">
                <a:latin typeface="Times New Roman" panose="02020603050405020304" pitchFamily="18" charset="0"/>
                <a:cs typeface="Times New Roman" panose="02020603050405020304" pitchFamily="18" charset="0"/>
              </a:rPr>
              <a:t>Desired location</a:t>
            </a:r>
          </a:p>
          <a:p>
            <a:pPr marL="457200" lvl="1" indent="0">
              <a:buNone/>
            </a:pPr>
            <a:r>
              <a:rPr lang="en-US" dirty="0">
                <a:latin typeface="Times New Roman" panose="02020603050405020304" pitchFamily="18" charset="0"/>
                <a:cs typeface="Times New Roman" panose="02020603050405020304" pitchFamily="18" charset="0"/>
              </a:rPr>
              <a:t>System returns cheapest nearby option.</a:t>
            </a:r>
          </a:p>
          <a:p>
            <a:r>
              <a:rPr lang="en-US" b="1" dirty="0">
                <a:latin typeface="Times New Roman" panose="02020603050405020304" pitchFamily="18" charset="0"/>
                <a:cs typeface="Times New Roman" panose="02020603050405020304" pitchFamily="18" charset="0"/>
              </a:rPr>
              <a:t>User-friendly interface</a:t>
            </a:r>
            <a:endParaRPr lang="en-US" dirty="0">
              <a:latin typeface="Times New Roman" panose="02020603050405020304" pitchFamily="18" charset="0"/>
              <a:cs typeface="Times New Roman" panose="02020603050405020304" pitchFamily="18" charset="0"/>
            </a:endParaRPr>
          </a:p>
          <a:p>
            <a:pPr marL="457200" lvl="1" indent="0">
              <a:buNone/>
            </a:pPr>
            <a:r>
              <a:rPr lang="en-US" dirty="0">
                <a:latin typeface="Times New Roman" panose="02020603050405020304" pitchFamily="18" charset="0"/>
                <a:cs typeface="Times New Roman" panose="02020603050405020304" pitchFamily="18" charset="0"/>
              </a:rPr>
              <a:t>Simple search with clear price ranking.</a:t>
            </a:r>
          </a:p>
          <a:p>
            <a:endParaRPr lang="en-US" dirty="0"/>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3205484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13" name="Content Placeholder 12">
            <a:extLst>
              <a:ext uri="{FF2B5EF4-FFF2-40B4-BE49-F238E27FC236}">
                <a16:creationId xmlns:a16="http://schemas.microsoft.com/office/drawing/2014/main" id="{7DD1804C-53BD-8885-28CE-73B6B611C581}"/>
              </a:ext>
            </a:extLst>
          </p:cNvPr>
          <p:cNvSpPr>
            <a:spLocks noGrp="1"/>
          </p:cNvSpPr>
          <p:nvPr>
            <p:ph idx="1"/>
          </p:nvPr>
        </p:nvSpPr>
        <p:spPr>
          <a:xfrm>
            <a:off x="838200" y="1282261"/>
            <a:ext cx="10515600" cy="5439213"/>
          </a:xfrm>
        </p:spPr>
        <p:txBody>
          <a:bodyPr/>
          <a:lstStyle/>
          <a:p>
            <a:r>
              <a:rPr lang="en-IN" sz="2200" b="1" dirty="0">
                <a:latin typeface="Times New Roman" panose="02020603050405020304" pitchFamily="18" charset="0"/>
                <a:cs typeface="Times New Roman" panose="02020603050405020304" pitchFamily="18" charset="0"/>
              </a:rPr>
              <a:t>User Interface Layer (Frontend) : </a:t>
            </a:r>
          </a:p>
          <a:p>
            <a:pPr marL="0" indent="0">
              <a:buNone/>
            </a:pPr>
            <a:r>
              <a:rPr lang="en-US" sz="2200" dirty="0">
                <a:latin typeface="Times New Roman" panose="02020603050405020304" pitchFamily="18" charset="0"/>
                <a:cs typeface="Times New Roman" panose="02020603050405020304" pitchFamily="18" charset="0"/>
              </a:rPr>
              <a:t>Allows users to interact with the system.</a:t>
            </a:r>
          </a:p>
          <a:p>
            <a:pPr marL="0" indent="0">
              <a:buNone/>
            </a:pPr>
            <a:r>
              <a:rPr lang="en-US" sz="2200" dirty="0">
                <a:latin typeface="Times New Roman" panose="02020603050405020304" pitchFamily="18" charset="0"/>
                <a:cs typeface="Times New Roman" panose="02020603050405020304" pitchFamily="18" charset="0"/>
              </a:rPr>
              <a:t>Users enter : Product name, Desired location.</a:t>
            </a:r>
          </a:p>
          <a:p>
            <a:pPr marL="0" indent="0">
              <a:buNone/>
            </a:pPr>
            <a:r>
              <a:rPr lang="en-US" sz="2200" dirty="0">
                <a:latin typeface="Times New Roman" panose="02020603050405020304" pitchFamily="18" charset="0"/>
                <a:cs typeface="Times New Roman" panose="02020603050405020304" pitchFamily="18" charset="0"/>
              </a:rPr>
              <a:t>Displays : Available stores, lowest prices.</a:t>
            </a:r>
          </a:p>
          <a:p>
            <a:pPr marL="0" indent="0">
              <a:buNone/>
            </a:pPr>
            <a:r>
              <a:rPr lang="en-IN" sz="2200" dirty="0">
                <a:latin typeface="Times New Roman" panose="02020603050405020304" pitchFamily="18" charset="0"/>
                <a:cs typeface="Times New Roman" panose="02020603050405020304" pitchFamily="18" charset="0"/>
              </a:rPr>
              <a:t>Technologies used : HTML,CSS,JAVASCRIPT</a:t>
            </a:r>
            <a:r>
              <a:rPr lang="en-IN" dirty="0"/>
              <a:t>.</a:t>
            </a:r>
          </a:p>
          <a:p>
            <a:pPr marL="0" indent="0">
              <a:buNone/>
            </a:pPr>
            <a:r>
              <a:rPr lang="en-IN" sz="2400" b="1" dirty="0">
                <a:latin typeface="Times New Roman" panose="02020603050405020304" pitchFamily="18" charset="0"/>
                <a:cs typeface="Times New Roman" panose="02020603050405020304" pitchFamily="18" charset="0"/>
              </a:rPr>
              <a:t>Application Layer (Backend Logic) : </a:t>
            </a:r>
          </a:p>
          <a:p>
            <a:pPr marL="0" indent="0">
              <a:buNone/>
            </a:pPr>
            <a:r>
              <a:rPr lang="en-IN" sz="2400" dirty="0">
                <a:latin typeface="Times New Roman" panose="02020603050405020304" pitchFamily="18" charset="0"/>
                <a:cs typeface="Times New Roman" panose="02020603050405020304" pitchFamily="18" charset="0"/>
              </a:rPr>
              <a:t>Processes product search, retrieves price data, compares prices between stores, finds the lowest price.</a:t>
            </a:r>
          </a:p>
          <a:p>
            <a:pPr marL="0" indent="0">
              <a:buNone/>
            </a:pPr>
            <a:r>
              <a:rPr lang="en-IN" sz="2400" dirty="0">
                <a:latin typeface="Times New Roman" panose="02020603050405020304" pitchFamily="18" charset="0"/>
                <a:cs typeface="Times New Roman" panose="02020603050405020304" pitchFamily="18" charset="0"/>
              </a:rPr>
              <a:t>Main tasks: Request handling, Price comparison algorithm, Filtering by location , Sorting prices.</a:t>
            </a:r>
          </a:p>
          <a:p>
            <a:pPr marL="0" indent="0">
              <a:buNone/>
            </a:pPr>
            <a:endParaRPr lang="en-IN"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3489011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009409" y="28794"/>
            <a:ext cx="10173182" cy="1128009"/>
          </a:xfrm>
        </p:spPr>
        <p:txBody>
          <a:bodyPr/>
          <a:lstStyle/>
          <a:p>
            <a:pPr algn="ctr"/>
            <a:r>
              <a:rPr lang="en-US" b="1" dirty="0">
                <a:latin typeface="Times New Roman" panose="02020603050405020304" pitchFamily="18" charset="0"/>
                <a:cs typeface="Times New Roman" panose="02020603050405020304" pitchFamily="18" charset="0"/>
              </a:rPr>
              <a:t>Project Modules</a:t>
            </a:r>
          </a:p>
        </p:txBody>
      </p:sp>
      <p:sp>
        <p:nvSpPr>
          <p:cNvPr id="9" name="Content Placeholder 8">
            <a:extLst>
              <a:ext uri="{FF2B5EF4-FFF2-40B4-BE49-F238E27FC236}">
                <a16:creationId xmlns:a16="http://schemas.microsoft.com/office/drawing/2014/main" id="{1890F206-B37F-761D-F471-0BF91F889799}"/>
              </a:ext>
            </a:extLst>
          </p:cNvPr>
          <p:cNvSpPr>
            <a:spLocks noGrp="1"/>
          </p:cNvSpPr>
          <p:nvPr>
            <p:ph idx="1"/>
          </p:nvPr>
        </p:nvSpPr>
        <p:spPr>
          <a:xfrm>
            <a:off x="838200" y="1156803"/>
            <a:ext cx="10515600" cy="5020160"/>
          </a:xfrm>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1. User Input Module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Accepts product name and desired location from the user.</a:t>
            </a:r>
          </a:p>
          <a:p>
            <a:r>
              <a:rPr lang="en-US" b="1" dirty="0">
                <a:latin typeface="Times New Roman" panose="02020603050405020304" pitchFamily="18" charset="0"/>
                <a:cs typeface="Times New Roman" panose="02020603050405020304" pitchFamily="18" charset="0"/>
              </a:rPr>
              <a:t>2. Data Storage Module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Stores product, store, and price information using Java data structures such as arrays or lists.</a:t>
            </a:r>
          </a:p>
          <a:p>
            <a:r>
              <a:rPr lang="en-US" b="1" dirty="0">
                <a:latin typeface="Times New Roman" panose="02020603050405020304" pitchFamily="18" charset="0"/>
                <a:cs typeface="Times New Roman" panose="02020603050405020304" pitchFamily="18" charset="0"/>
              </a:rPr>
              <a:t>3. Product Search Module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Searches for the requested product within the stored data.</a:t>
            </a:r>
          </a:p>
          <a:p>
            <a:r>
              <a:rPr lang="en-US" b="1" dirty="0">
                <a:latin typeface="Times New Roman" panose="02020603050405020304" pitchFamily="18" charset="0"/>
                <a:cs typeface="Times New Roman" panose="02020603050405020304" pitchFamily="18" charset="0"/>
              </a:rPr>
              <a:t>4. Location Filter Module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Filters stores based on the location entered by the user.</a:t>
            </a:r>
          </a:p>
          <a:p>
            <a:r>
              <a:rPr lang="en-US" b="1" dirty="0">
                <a:latin typeface="Times New Roman" panose="02020603050405020304" pitchFamily="18" charset="0"/>
                <a:cs typeface="Times New Roman" panose="02020603050405020304" pitchFamily="18" charset="0"/>
              </a:rPr>
              <a:t>5. Price Comparison Module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Uses sorting or minimum search algorithms to determine the lowest price.</a:t>
            </a:r>
          </a:p>
          <a:p>
            <a:r>
              <a:rPr lang="en-US" b="1" dirty="0">
                <a:latin typeface="Times New Roman" panose="02020603050405020304" pitchFamily="18" charset="0"/>
                <a:cs typeface="Times New Roman" panose="02020603050405020304" pitchFamily="18" charset="0"/>
              </a:rPr>
              <a:t>6. Result Display Module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Displays the stores and highlights the lowest available price</a:t>
            </a:r>
            <a:r>
              <a:rPr lang="en-US" dirty="0"/>
              <a:t>.</a:t>
            </a:r>
          </a:p>
          <a:p>
            <a:endParaRPr lang="en-US" dirty="0"/>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4072965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136525"/>
            <a:ext cx="10173182" cy="1128009"/>
          </a:xfrm>
        </p:spPr>
        <p:txBody>
          <a:bodyPr/>
          <a:lstStyle/>
          <a:p>
            <a:pPr algn="ctr"/>
            <a:r>
              <a:rPr lang="en-US" b="1" dirty="0">
                <a:latin typeface="Times New Roman" panose="02020603050405020304" pitchFamily="18" charset="0"/>
                <a:cs typeface="Times New Roman" panose="02020603050405020304" pitchFamily="18" charset="0"/>
              </a:rPr>
              <a:t>Objectives</a:t>
            </a:r>
          </a:p>
        </p:txBody>
      </p:sp>
      <p:sp>
        <p:nvSpPr>
          <p:cNvPr id="9" name="Content Placeholder 8">
            <a:extLst>
              <a:ext uri="{FF2B5EF4-FFF2-40B4-BE49-F238E27FC236}">
                <a16:creationId xmlns:a16="http://schemas.microsoft.com/office/drawing/2014/main" id="{363C44B8-E8B6-5D9D-90FF-ECD825D72DFC}"/>
              </a:ext>
            </a:extLst>
          </p:cNvPr>
          <p:cNvSpPr>
            <a:spLocks noGrp="1"/>
          </p:cNvSpPr>
          <p:nvPr>
            <p:ph idx="1"/>
          </p:nvPr>
        </p:nvSpPr>
        <p:spPr>
          <a:xfrm>
            <a:off x="838200" y="1472159"/>
            <a:ext cx="10515600" cy="4884191"/>
          </a:xfrm>
        </p:spPr>
        <p:txBody>
          <a:bodyPr>
            <a:normAutofit/>
          </a:bodyPr>
          <a:lstStyle/>
          <a:p>
            <a:r>
              <a:rPr lang="en-US" sz="2600" dirty="0">
                <a:latin typeface="Times New Roman" panose="02020603050405020304" pitchFamily="18" charset="0"/>
                <a:cs typeface="Times New Roman" panose="02020603050405020304" pitchFamily="18" charset="0"/>
              </a:rPr>
              <a:t>To design and develop a </a:t>
            </a:r>
            <a:r>
              <a:rPr lang="en-US" sz="2600" b="1" dirty="0">
                <a:latin typeface="Times New Roman" panose="02020603050405020304" pitchFamily="18" charset="0"/>
                <a:cs typeface="Times New Roman" panose="02020603050405020304" pitchFamily="18" charset="0"/>
              </a:rPr>
              <a:t>Lowest Price Finder System using Java and Data Structures</a:t>
            </a:r>
            <a:r>
              <a:rPr lang="en-US" sz="2600" dirty="0">
                <a:latin typeface="Times New Roman" panose="02020603050405020304" pitchFamily="18" charset="0"/>
                <a:cs typeface="Times New Roman" panose="02020603050405020304" pitchFamily="18" charset="0"/>
              </a:rPr>
              <a:t>.</a:t>
            </a:r>
          </a:p>
          <a:p>
            <a:r>
              <a:rPr lang="en-US" sz="2600" dirty="0">
                <a:latin typeface="Times New Roman" panose="02020603050405020304" pitchFamily="18" charset="0"/>
                <a:cs typeface="Times New Roman" panose="02020603050405020304" pitchFamily="18" charset="0"/>
              </a:rPr>
              <a:t>To help users </a:t>
            </a:r>
            <a:r>
              <a:rPr lang="en-US" sz="2600" b="1" dirty="0">
                <a:latin typeface="Times New Roman" panose="02020603050405020304" pitchFamily="18" charset="0"/>
                <a:cs typeface="Times New Roman" panose="02020603050405020304" pitchFamily="18" charset="0"/>
              </a:rPr>
              <a:t>identify the lowest price of a product within a desired location</a:t>
            </a:r>
            <a:r>
              <a:rPr lang="en-US" sz="2600" dirty="0">
                <a:latin typeface="Times New Roman" panose="02020603050405020304" pitchFamily="18" charset="0"/>
                <a:cs typeface="Times New Roman" panose="02020603050405020304" pitchFamily="18" charset="0"/>
              </a:rPr>
              <a:t>.</a:t>
            </a:r>
          </a:p>
          <a:p>
            <a:r>
              <a:rPr lang="en-US" sz="2600" dirty="0">
                <a:latin typeface="Times New Roman" panose="02020603050405020304" pitchFamily="18" charset="0"/>
                <a:cs typeface="Times New Roman" panose="02020603050405020304" pitchFamily="18" charset="0"/>
              </a:rPr>
              <a:t>To reduce the </a:t>
            </a:r>
            <a:r>
              <a:rPr lang="en-US" sz="2600" b="1" dirty="0">
                <a:latin typeface="Times New Roman" panose="02020603050405020304" pitchFamily="18" charset="0"/>
                <a:cs typeface="Times New Roman" panose="02020603050405020304" pitchFamily="18" charset="0"/>
              </a:rPr>
              <a:t>time and effort required to manually compare prices across multiple stores</a:t>
            </a:r>
            <a:r>
              <a:rPr lang="en-US" sz="2600" dirty="0">
                <a:latin typeface="Times New Roman" panose="02020603050405020304" pitchFamily="18" charset="0"/>
                <a:cs typeface="Times New Roman" panose="02020603050405020304" pitchFamily="18" charset="0"/>
              </a:rPr>
              <a:t>.</a:t>
            </a:r>
          </a:p>
          <a:p>
            <a:r>
              <a:rPr lang="en-US" sz="2600" dirty="0">
                <a:latin typeface="Times New Roman" panose="02020603050405020304" pitchFamily="18" charset="0"/>
                <a:cs typeface="Times New Roman" panose="02020603050405020304" pitchFamily="18" charset="0"/>
              </a:rPr>
              <a:t>To implement </a:t>
            </a:r>
            <a:r>
              <a:rPr lang="en-US" sz="2600" b="1" dirty="0">
                <a:latin typeface="Times New Roman" panose="02020603050405020304" pitchFamily="18" charset="0"/>
                <a:cs typeface="Times New Roman" panose="02020603050405020304" pitchFamily="18" charset="0"/>
              </a:rPr>
              <a:t>efficient searching and comparison algorithms</a:t>
            </a:r>
            <a:r>
              <a:rPr lang="en-US" sz="2600" dirty="0">
                <a:latin typeface="Times New Roman" panose="02020603050405020304" pitchFamily="18" charset="0"/>
                <a:cs typeface="Times New Roman" panose="02020603050405020304" pitchFamily="18" charset="0"/>
              </a:rPr>
              <a:t> for price analysis.</a:t>
            </a:r>
          </a:p>
          <a:p>
            <a:r>
              <a:rPr lang="en-US" sz="2600" dirty="0">
                <a:latin typeface="Times New Roman" panose="02020603050405020304" pitchFamily="18" charset="0"/>
                <a:cs typeface="Times New Roman" panose="02020603050405020304" pitchFamily="18" charset="0"/>
              </a:rPr>
              <a:t>To simplify the process of </a:t>
            </a:r>
            <a:r>
              <a:rPr lang="en-US" sz="2600" b="1" dirty="0">
                <a:latin typeface="Times New Roman" panose="02020603050405020304" pitchFamily="18" charset="0"/>
                <a:cs typeface="Times New Roman" panose="02020603050405020304" pitchFamily="18" charset="0"/>
              </a:rPr>
              <a:t>finding affordable products near the user</a:t>
            </a:r>
            <a:r>
              <a:rPr lang="en-US" sz="2600" dirty="0">
                <a:latin typeface="Times New Roman" panose="02020603050405020304" pitchFamily="18" charset="0"/>
                <a:cs typeface="Times New Roman" panose="02020603050405020304" pitchFamily="18" charset="0"/>
              </a:rPr>
              <a:t>.</a:t>
            </a:r>
          </a:p>
          <a:p>
            <a:r>
              <a:rPr lang="en-US" sz="2600" dirty="0">
                <a:latin typeface="Times New Roman" panose="02020603050405020304" pitchFamily="18" charset="0"/>
                <a:cs typeface="Times New Roman" panose="02020603050405020304" pitchFamily="18" charset="0"/>
              </a:rPr>
              <a:t>To improve </a:t>
            </a:r>
            <a:r>
              <a:rPr lang="en-US" sz="2600" b="1" dirty="0">
                <a:latin typeface="Times New Roman" panose="02020603050405020304" pitchFamily="18" charset="0"/>
                <a:cs typeface="Times New Roman" panose="02020603050405020304" pitchFamily="18" charset="0"/>
              </a:rPr>
              <a:t>decision making by presenting the cheapest available option clearly</a:t>
            </a:r>
            <a:r>
              <a:rPr lang="en-US" sz="2600" dirty="0">
                <a:latin typeface="Times New Roman" panose="02020603050405020304" pitchFamily="18" charset="0"/>
                <a:cs typeface="Times New Roman" panose="02020603050405020304" pitchFamily="18" charset="0"/>
              </a:rPr>
              <a:t>.</a:t>
            </a:r>
          </a:p>
          <a:p>
            <a:endParaRPr lang="en-US" dirty="0"/>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1263985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009409" y="22520"/>
            <a:ext cx="10173182" cy="1128009"/>
          </a:xfrm>
        </p:spPr>
        <p:txBody>
          <a:bodyPr>
            <a:normAutofit/>
          </a:bodyPr>
          <a:lstStyle/>
          <a:p>
            <a:pPr algn="ctr"/>
            <a:r>
              <a:rPr lang="en-US" sz="3600" b="1" dirty="0">
                <a:latin typeface="Times New Roman" panose="02020603050405020304" pitchFamily="18" charset="0"/>
                <a:cs typeface="Times New Roman" panose="02020603050405020304" pitchFamily="18" charset="0"/>
              </a:rPr>
              <a:t>Co’s Attainments - FWD</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a:xfrm>
            <a:off x="504497" y="798786"/>
            <a:ext cx="10849303" cy="5378178"/>
          </a:xfrm>
        </p:spPr>
        <p:txBody>
          <a:bodyPr>
            <a:normAutofit fontScale="40000" lnSpcReduction="20000"/>
          </a:bodyPr>
          <a:lstStyle/>
          <a:p>
            <a:r>
              <a:rPr lang="en-IN" sz="3000" b="1" dirty="0">
                <a:latin typeface="Times New Roman" panose="02020603050405020304" pitchFamily="18" charset="0"/>
                <a:cs typeface="Times New Roman" panose="02020603050405020304" pitchFamily="18" charset="0"/>
              </a:rPr>
              <a:t>CO1</a:t>
            </a:r>
            <a:endParaRPr lang="en-IN" sz="3000" dirty="0">
              <a:latin typeface="Times New Roman" panose="02020603050405020304" pitchFamily="18" charset="0"/>
              <a:cs typeface="Times New Roman" panose="02020603050405020304" pitchFamily="18" charset="0"/>
            </a:endParaRPr>
          </a:p>
          <a:p>
            <a:r>
              <a:rPr lang="en-IN" sz="3000" dirty="0">
                <a:latin typeface="Times New Roman" panose="02020603050405020304" pitchFamily="18" charset="0"/>
                <a:cs typeface="Times New Roman" panose="02020603050405020304" pitchFamily="18" charset="0"/>
              </a:rPr>
              <a:t>Understand Internet fundamentals, HTTP/HTTPS protocols, and web client-server architecture.</a:t>
            </a:r>
          </a:p>
          <a:p>
            <a:r>
              <a:rPr lang="en-IN" sz="3000" dirty="0">
                <a:latin typeface="Times New Roman" panose="02020603050405020304" pitchFamily="18" charset="0"/>
                <a:cs typeface="Times New Roman" panose="02020603050405020304" pitchFamily="18" charset="0"/>
              </a:rPr>
              <a:t>Explain browser functionality, developer tools, web hosting, and domain concepts.</a:t>
            </a:r>
          </a:p>
          <a:p>
            <a:r>
              <a:rPr lang="en-IN" sz="3000" dirty="0">
                <a:latin typeface="Times New Roman" panose="02020603050405020304" pitchFamily="18" charset="0"/>
                <a:cs typeface="Times New Roman" panose="02020603050405020304" pitchFamily="18" charset="0"/>
              </a:rPr>
              <a:t>Apply HTML document structure and basic webpage elements such as lists, links, and images.</a:t>
            </a:r>
          </a:p>
          <a:p>
            <a:r>
              <a:rPr lang="en-IN" sz="3000" b="1" dirty="0">
                <a:latin typeface="Times New Roman" panose="02020603050405020304" pitchFamily="18" charset="0"/>
                <a:cs typeface="Times New Roman" panose="02020603050405020304" pitchFamily="18" charset="0"/>
              </a:rPr>
              <a:t>CO2</a:t>
            </a:r>
            <a:endParaRPr lang="en-IN" sz="3000" dirty="0">
              <a:latin typeface="Times New Roman" panose="02020603050405020304" pitchFamily="18" charset="0"/>
              <a:cs typeface="Times New Roman" panose="02020603050405020304" pitchFamily="18" charset="0"/>
            </a:endParaRPr>
          </a:p>
          <a:p>
            <a:r>
              <a:rPr lang="en-IN" sz="3000" dirty="0">
                <a:latin typeface="Times New Roman" panose="02020603050405020304" pitchFamily="18" charset="0"/>
                <a:cs typeface="Times New Roman" panose="02020603050405020304" pitchFamily="18" charset="0"/>
              </a:rPr>
              <a:t>Design structured web pages using HTML forms, semantic tags, tables, and media elements.</a:t>
            </a:r>
          </a:p>
          <a:p>
            <a:r>
              <a:rPr lang="en-IN" sz="3000" dirty="0">
                <a:latin typeface="Times New Roman" panose="02020603050405020304" pitchFamily="18" charset="0"/>
                <a:cs typeface="Times New Roman" panose="02020603050405020304" pitchFamily="18" charset="0"/>
              </a:rPr>
              <a:t>Apply CSS styling techniques including selectors, typography, </a:t>
            </a:r>
            <a:r>
              <a:rPr lang="en-IN" sz="3000" dirty="0" err="1">
                <a:latin typeface="Times New Roman" panose="02020603050405020304" pitchFamily="18" charset="0"/>
                <a:cs typeface="Times New Roman" panose="02020603050405020304" pitchFamily="18" charset="0"/>
              </a:rPr>
              <a:t>colors</a:t>
            </a:r>
            <a:r>
              <a:rPr lang="en-IN" sz="3000" dirty="0">
                <a:latin typeface="Times New Roman" panose="02020603050405020304" pitchFamily="18" charset="0"/>
                <a:cs typeface="Times New Roman" panose="02020603050405020304" pitchFamily="18" charset="0"/>
              </a:rPr>
              <a:t>, and spacing.</a:t>
            </a:r>
          </a:p>
          <a:p>
            <a:r>
              <a:rPr lang="en-IN" sz="3000" dirty="0">
                <a:latin typeface="Times New Roman" panose="02020603050405020304" pitchFamily="18" charset="0"/>
                <a:cs typeface="Times New Roman" panose="02020603050405020304" pitchFamily="18" charset="0"/>
              </a:rPr>
              <a:t>Implement modern layout techniques using Flexbox, CSS Grid, and responsive design.</a:t>
            </a:r>
          </a:p>
          <a:p>
            <a:r>
              <a:rPr lang="en-IN" sz="3000" b="1" dirty="0">
                <a:latin typeface="Times New Roman" panose="02020603050405020304" pitchFamily="18" charset="0"/>
                <a:cs typeface="Times New Roman" panose="02020603050405020304" pitchFamily="18" charset="0"/>
              </a:rPr>
              <a:t>CO3</a:t>
            </a:r>
            <a:endParaRPr lang="en-IN" sz="3000" dirty="0">
              <a:latin typeface="Times New Roman" panose="02020603050405020304" pitchFamily="18" charset="0"/>
              <a:cs typeface="Times New Roman" panose="02020603050405020304" pitchFamily="18" charset="0"/>
            </a:endParaRPr>
          </a:p>
          <a:p>
            <a:r>
              <a:rPr lang="en-IN" sz="3000" dirty="0">
                <a:latin typeface="Times New Roman" panose="02020603050405020304" pitchFamily="18" charset="0"/>
                <a:cs typeface="Times New Roman" panose="02020603050405020304" pitchFamily="18" charset="0"/>
              </a:rPr>
              <a:t>Apply JavaScript fundamentals including variables, operators, conditions, loops, and functions.</a:t>
            </a:r>
          </a:p>
          <a:p>
            <a:r>
              <a:rPr lang="en-IN" sz="3000" dirty="0">
                <a:latin typeface="Times New Roman" panose="02020603050405020304" pitchFamily="18" charset="0"/>
                <a:cs typeface="Times New Roman" panose="02020603050405020304" pitchFamily="18" charset="0"/>
              </a:rPr>
              <a:t>Work with arrays, objects, and ES6 features for efficient programming.</a:t>
            </a:r>
          </a:p>
          <a:p>
            <a:r>
              <a:rPr lang="en-IN" sz="3000" dirty="0">
                <a:latin typeface="Times New Roman" panose="02020603050405020304" pitchFamily="18" charset="0"/>
                <a:cs typeface="Times New Roman" panose="02020603050405020304" pitchFamily="18" charset="0"/>
              </a:rPr>
              <a:t>Implement functional programming concepts such as arrow functions and callbacks.</a:t>
            </a:r>
          </a:p>
          <a:p>
            <a:r>
              <a:rPr lang="en-IN" sz="3000" b="1" dirty="0">
                <a:latin typeface="Times New Roman" panose="02020603050405020304" pitchFamily="18" charset="0"/>
                <a:cs typeface="Times New Roman" panose="02020603050405020304" pitchFamily="18" charset="0"/>
              </a:rPr>
              <a:t>CO4</a:t>
            </a:r>
            <a:endParaRPr lang="en-IN" sz="3000" dirty="0">
              <a:latin typeface="Times New Roman" panose="02020603050405020304" pitchFamily="18" charset="0"/>
              <a:cs typeface="Times New Roman" panose="02020603050405020304" pitchFamily="18" charset="0"/>
            </a:endParaRPr>
          </a:p>
          <a:p>
            <a:r>
              <a:rPr lang="en-IN" sz="3000" dirty="0">
                <a:latin typeface="Times New Roman" panose="02020603050405020304" pitchFamily="18" charset="0"/>
                <a:cs typeface="Times New Roman" panose="02020603050405020304" pitchFamily="18" charset="0"/>
              </a:rPr>
              <a:t>Perform DOM manipulation and event handling to create dynamic web pages.</a:t>
            </a:r>
          </a:p>
          <a:p>
            <a:r>
              <a:rPr lang="en-IN" sz="3000" dirty="0">
                <a:latin typeface="Times New Roman" panose="02020603050405020304" pitchFamily="18" charset="0"/>
                <a:cs typeface="Times New Roman" panose="02020603050405020304" pitchFamily="18" charset="0"/>
              </a:rPr>
              <a:t>Use browser storage such as </a:t>
            </a:r>
            <a:r>
              <a:rPr lang="en-IN" sz="3000" dirty="0" err="1">
                <a:latin typeface="Times New Roman" panose="02020603050405020304" pitchFamily="18" charset="0"/>
                <a:cs typeface="Times New Roman" panose="02020603050405020304" pitchFamily="18" charset="0"/>
              </a:rPr>
              <a:t>localStorage</a:t>
            </a:r>
            <a:r>
              <a:rPr lang="en-IN" sz="3000" dirty="0">
                <a:latin typeface="Times New Roman" panose="02020603050405020304" pitchFamily="18" charset="0"/>
                <a:cs typeface="Times New Roman" panose="02020603050405020304" pitchFamily="18" charset="0"/>
              </a:rPr>
              <a:t> and </a:t>
            </a:r>
            <a:r>
              <a:rPr lang="en-IN" sz="3000" dirty="0" err="1">
                <a:latin typeface="Times New Roman" panose="02020603050405020304" pitchFamily="18" charset="0"/>
                <a:cs typeface="Times New Roman" panose="02020603050405020304" pitchFamily="18" charset="0"/>
              </a:rPr>
              <a:t>sessionStorage</a:t>
            </a:r>
            <a:r>
              <a:rPr lang="en-IN" sz="3000" dirty="0">
                <a:latin typeface="Times New Roman" panose="02020603050405020304" pitchFamily="18" charset="0"/>
                <a:cs typeface="Times New Roman" panose="02020603050405020304" pitchFamily="18" charset="0"/>
              </a:rPr>
              <a:t> for client-side data.</a:t>
            </a:r>
          </a:p>
          <a:p>
            <a:r>
              <a:rPr lang="en-IN" sz="3000" dirty="0">
                <a:latin typeface="Times New Roman" panose="02020603050405020304" pitchFamily="18" charset="0"/>
                <a:cs typeface="Times New Roman" panose="02020603050405020304" pitchFamily="18" charset="0"/>
              </a:rPr>
              <a:t>Implement asynchronous programming using Promises, fetch(), async, and await.</a:t>
            </a:r>
          </a:p>
          <a:p>
            <a:r>
              <a:rPr lang="en-IN" sz="3000" b="1" dirty="0">
                <a:latin typeface="Times New Roman" panose="02020603050405020304" pitchFamily="18" charset="0"/>
                <a:cs typeface="Times New Roman" panose="02020603050405020304" pitchFamily="18" charset="0"/>
              </a:rPr>
              <a:t>CO5</a:t>
            </a:r>
            <a:endParaRPr lang="en-IN" sz="3000" dirty="0">
              <a:latin typeface="Times New Roman" panose="02020603050405020304" pitchFamily="18" charset="0"/>
              <a:cs typeface="Times New Roman" panose="02020603050405020304" pitchFamily="18" charset="0"/>
            </a:endParaRPr>
          </a:p>
          <a:p>
            <a:r>
              <a:rPr lang="en-IN" sz="3000" dirty="0">
                <a:latin typeface="Times New Roman" panose="02020603050405020304" pitchFamily="18" charset="0"/>
                <a:cs typeface="Times New Roman" panose="02020603050405020304" pitchFamily="18" charset="0"/>
              </a:rPr>
              <a:t>Implement form validation and API integration using JavaScript.</a:t>
            </a:r>
          </a:p>
          <a:p>
            <a:r>
              <a:rPr lang="en-IN" sz="3000" dirty="0">
                <a:latin typeface="Times New Roman" panose="02020603050405020304" pitchFamily="18" charset="0"/>
                <a:cs typeface="Times New Roman" panose="02020603050405020304" pitchFamily="18" charset="0"/>
              </a:rPr>
              <a:t>Apply performance optimization techniques and SEO practices for web applications.</a:t>
            </a:r>
          </a:p>
          <a:p>
            <a:r>
              <a:rPr lang="en-IN" sz="3000" dirty="0">
                <a:latin typeface="Times New Roman" panose="02020603050405020304" pitchFamily="18" charset="0"/>
                <a:cs typeface="Times New Roman" panose="02020603050405020304" pitchFamily="18" charset="0"/>
              </a:rPr>
              <a:t>Deploy responsive and interactive web applications with improved usability.</a:t>
            </a:r>
          </a:p>
          <a:p>
            <a:pPr marL="0" indent="0">
              <a:buNone/>
            </a:pPr>
            <a:endParaRPr lang="en-US" sz="22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1906946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1180618" y="43918"/>
            <a:ext cx="10173182" cy="1128009"/>
          </a:xfrm>
        </p:spPr>
        <p:txBody>
          <a:bodyPr>
            <a:normAutofit/>
          </a:bodyPr>
          <a:lstStyle/>
          <a:p>
            <a:pPr algn="ctr"/>
            <a:r>
              <a:rPr lang="en-US" sz="3600" b="1" dirty="0">
                <a:latin typeface="Times New Roman" panose="02020603050405020304" pitchFamily="18" charset="0"/>
                <a:cs typeface="Times New Roman" panose="02020603050405020304" pitchFamily="18" charset="0"/>
              </a:rPr>
              <a:t>Co’s Attainments - DSA</a:t>
            </a:r>
          </a:p>
        </p:txBody>
      </p:sp>
      <p:sp>
        <p:nvSpPr>
          <p:cNvPr id="9" name="Content Placeholder 8">
            <a:extLst>
              <a:ext uri="{FF2B5EF4-FFF2-40B4-BE49-F238E27FC236}">
                <a16:creationId xmlns:a16="http://schemas.microsoft.com/office/drawing/2014/main" id="{6726AE93-69A8-DC85-DA45-05F4D66EF996}"/>
              </a:ext>
            </a:extLst>
          </p:cNvPr>
          <p:cNvSpPr>
            <a:spLocks noGrp="1"/>
          </p:cNvSpPr>
          <p:nvPr>
            <p:ph idx="1"/>
          </p:nvPr>
        </p:nvSpPr>
        <p:spPr>
          <a:xfrm>
            <a:off x="838200" y="956441"/>
            <a:ext cx="10515600" cy="5220522"/>
          </a:xfrm>
        </p:spPr>
        <p:txBody>
          <a:bodyPr>
            <a:normAutofit fontScale="47500" lnSpcReduction="20000"/>
          </a:bodyPr>
          <a:lstStyle/>
          <a:p>
            <a:r>
              <a:rPr lang="en-US" b="1" dirty="0">
                <a:latin typeface="Times New Roman" panose="02020603050405020304" pitchFamily="18" charset="0"/>
                <a:cs typeface="Times New Roman" panose="02020603050405020304" pitchFamily="18" charset="0"/>
              </a:rPr>
              <a:t>CO1</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Analyze problem statements using asymptotic notation (Big-O, Ω, Θ).</a:t>
            </a:r>
          </a:p>
          <a:p>
            <a:r>
              <a:rPr lang="en-US" dirty="0">
                <a:latin typeface="Times New Roman" panose="02020603050405020304" pitchFamily="18" charset="0"/>
                <a:cs typeface="Times New Roman" panose="02020603050405020304" pitchFamily="18" charset="0"/>
              </a:rPr>
              <a:t>Compare algorithm efficiency based on time and space complexity.</a:t>
            </a:r>
          </a:p>
          <a:p>
            <a:r>
              <a:rPr lang="en-US" dirty="0">
                <a:latin typeface="Times New Roman" panose="02020603050405020304" pitchFamily="18" charset="0"/>
                <a:cs typeface="Times New Roman" panose="02020603050405020304" pitchFamily="18" charset="0"/>
              </a:rPr>
              <a:t>Implement and evaluate searching and sorting algorithms in Java.</a:t>
            </a:r>
          </a:p>
          <a:p>
            <a:r>
              <a:rPr lang="en-US" b="1" dirty="0">
                <a:latin typeface="Times New Roman" panose="02020603050405020304" pitchFamily="18" charset="0"/>
                <a:cs typeface="Times New Roman" panose="02020603050405020304" pitchFamily="18" charset="0"/>
              </a:rPr>
              <a:t>CO2</a:t>
            </a:r>
          </a:p>
          <a:p>
            <a:r>
              <a:rPr lang="en-US" dirty="0">
                <a:latin typeface="Times New Roman" panose="02020603050405020304" pitchFamily="18" charset="0"/>
                <a:cs typeface="Times New Roman" panose="02020603050405020304" pitchFamily="18" charset="0"/>
              </a:rPr>
              <a:t>Design and implement Abstract Data Types (ADTs) using arrays and linked lists.</a:t>
            </a:r>
          </a:p>
          <a:p>
            <a:r>
              <a:rPr lang="en-US" dirty="0">
                <a:latin typeface="Times New Roman" panose="02020603050405020304" pitchFamily="18" charset="0"/>
                <a:cs typeface="Times New Roman" panose="02020603050405020304" pitchFamily="18" charset="0"/>
              </a:rPr>
              <a:t>Perform operations such as insertion, deletion, searching, and traversal.</a:t>
            </a:r>
          </a:p>
          <a:p>
            <a:r>
              <a:rPr lang="en-US" dirty="0">
                <a:latin typeface="Times New Roman" panose="02020603050405020304" pitchFamily="18" charset="0"/>
                <a:cs typeface="Times New Roman" panose="02020603050405020304" pitchFamily="18" charset="0"/>
              </a:rPr>
              <a:t>Evaluate advantages and limitations of different data structures.</a:t>
            </a:r>
          </a:p>
          <a:p>
            <a:r>
              <a:rPr lang="en-US" b="1" dirty="0">
                <a:latin typeface="Times New Roman" panose="02020603050405020304" pitchFamily="18" charset="0"/>
                <a:cs typeface="Times New Roman" panose="02020603050405020304" pitchFamily="18" charset="0"/>
              </a:rPr>
              <a:t>CO3</a:t>
            </a:r>
          </a:p>
          <a:p>
            <a:r>
              <a:rPr lang="en-US" dirty="0">
                <a:latin typeface="Times New Roman" panose="02020603050405020304" pitchFamily="18" charset="0"/>
                <a:cs typeface="Times New Roman" panose="02020603050405020304" pitchFamily="18" charset="0"/>
              </a:rPr>
              <a:t>Apply stacks and queues to solve real-world workflow problems.</a:t>
            </a:r>
          </a:p>
          <a:p>
            <a:r>
              <a:rPr lang="en-US" dirty="0">
                <a:latin typeface="Times New Roman" panose="02020603050405020304" pitchFamily="18" charset="0"/>
                <a:cs typeface="Times New Roman" panose="02020603050405020304" pitchFamily="18" charset="0"/>
              </a:rPr>
              <a:t>Implement circular queues, deques, heaps, and priority queues.</a:t>
            </a:r>
          </a:p>
          <a:p>
            <a:r>
              <a:rPr lang="en-US" dirty="0">
                <a:latin typeface="Times New Roman" panose="02020603050405020304" pitchFamily="18" charset="0"/>
                <a:cs typeface="Times New Roman" panose="02020603050405020304" pitchFamily="18" charset="0"/>
              </a:rPr>
              <a:t>Analyze performance compared to other linear data structures.</a:t>
            </a:r>
          </a:p>
          <a:p>
            <a:r>
              <a:rPr lang="en-US" b="1" dirty="0">
                <a:latin typeface="Times New Roman" panose="02020603050405020304" pitchFamily="18" charset="0"/>
                <a:cs typeface="Times New Roman" panose="02020603050405020304" pitchFamily="18" charset="0"/>
              </a:rPr>
              <a:t>CO4</a:t>
            </a:r>
          </a:p>
          <a:p>
            <a:r>
              <a:rPr lang="en-US" dirty="0">
                <a:latin typeface="Times New Roman" panose="02020603050405020304" pitchFamily="18" charset="0"/>
                <a:cs typeface="Times New Roman" panose="02020603050405020304" pitchFamily="18" charset="0"/>
              </a:rPr>
              <a:t>Design hash-based data structures using hashing techniques.</a:t>
            </a:r>
          </a:p>
          <a:p>
            <a:r>
              <a:rPr lang="en-US" dirty="0">
                <a:latin typeface="Times New Roman" panose="02020603050405020304" pitchFamily="18" charset="0"/>
                <a:cs typeface="Times New Roman" panose="02020603050405020304" pitchFamily="18" charset="0"/>
              </a:rPr>
              <a:t>Implement hash tables with chaining and open addressing.</a:t>
            </a:r>
          </a:p>
          <a:p>
            <a:r>
              <a:rPr lang="en-US" dirty="0">
                <a:latin typeface="Times New Roman" panose="02020603050405020304" pitchFamily="18" charset="0"/>
                <a:cs typeface="Times New Roman" panose="02020603050405020304" pitchFamily="18" charset="0"/>
              </a:rPr>
              <a:t>Utilize Java Collections (List, Queue, Deque, Map) for efficient solutions.</a:t>
            </a:r>
          </a:p>
          <a:p>
            <a:r>
              <a:rPr lang="en-US" b="1" dirty="0">
                <a:latin typeface="Times New Roman" panose="02020603050405020304" pitchFamily="18" charset="0"/>
                <a:cs typeface="Times New Roman" panose="02020603050405020304" pitchFamily="18" charset="0"/>
              </a:rPr>
              <a:t>CO5</a:t>
            </a:r>
          </a:p>
          <a:p>
            <a:r>
              <a:rPr lang="en-US" dirty="0">
                <a:latin typeface="Times New Roman" panose="02020603050405020304" pitchFamily="18" charset="0"/>
                <a:cs typeface="Times New Roman" panose="02020603050405020304" pitchFamily="18" charset="0"/>
              </a:rPr>
              <a:t>Develop practical applications using linear data structures.</a:t>
            </a:r>
          </a:p>
          <a:p>
            <a:r>
              <a:rPr lang="en-US" dirty="0">
                <a:latin typeface="Times New Roman" panose="02020603050405020304" pitchFamily="18" charset="0"/>
                <a:cs typeface="Times New Roman" panose="02020603050405020304" pitchFamily="18" charset="0"/>
              </a:rPr>
              <a:t>Implement data structures to solve real-world computational problems</a:t>
            </a:r>
            <a:r>
              <a:rPr lang="en-US" sz="3200" dirty="0">
                <a:latin typeface="Times New Roman" panose="02020603050405020304" pitchFamily="18" charset="0"/>
                <a:cs typeface="Times New Roman" panose="02020603050405020304" pitchFamily="18" charset="0"/>
              </a:rPr>
              <a:t>.</a:t>
            </a:r>
          </a:p>
          <a:p>
            <a:pPr marL="0" indent="0">
              <a:buNone/>
            </a:pPr>
            <a:endParaRPr lang="en-US" dirty="0"/>
          </a:p>
        </p:txBody>
      </p:sp>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344365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a:xfrm>
            <a:off x="838200" y="455573"/>
            <a:ext cx="10515600" cy="843565"/>
          </a:xfrm>
        </p:spPr>
        <p:txBody>
          <a:bodyPr>
            <a:normAutofit/>
          </a:bodyPr>
          <a:lstStyle/>
          <a:p>
            <a:r>
              <a:rPr lang="en-US" sz="3600" dirty="0">
                <a:latin typeface="Times New Roman" panose="02020603050405020304" pitchFamily="18" charset="0"/>
                <a:cs typeface="Times New Roman" panose="02020603050405020304" pitchFamily="18" charset="0"/>
              </a:rPr>
              <a:t>Screenshots for FWD &amp; DSA</a:t>
            </a:r>
          </a:p>
        </p:txBody>
      </p:sp>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10</a:t>
            </a:fld>
            <a:endParaRPr lang="en-US" dirty="0"/>
          </a:p>
        </p:txBody>
      </p:sp>
      <p:pic>
        <p:nvPicPr>
          <p:cNvPr id="7" name="Picture 6">
            <a:extLst>
              <a:ext uri="{FF2B5EF4-FFF2-40B4-BE49-F238E27FC236}">
                <a16:creationId xmlns:a16="http://schemas.microsoft.com/office/drawing/2014/main" id="{14D54A7C-0CFD-EBDD-4B67-384CB67ADE02}"/>
              </a:ext>
            </a:extLst>
          </p:cNvPr>
          <p:cNvPicPr>
            <a:picLocks noChangeAspect="1"/>
          </p:cNvPicPr>
          <p:nvPr/>
        </p:nvPicPr>
        <p:blipFill>
          <a:blip r:embed="rId2"/>
          <a:stretch>
            <a:fillRect/>
          </a:stretch>
        </p:blipFill>
        <p:spPr>
          <a:xfrm>
            <a:off x="4599176" y="1498684"/>
            <a:ext cx="3293231" cy="3239582"/>
          </a:xfrm>
          <a:prstGeom prst="rect">
            <a:avLst/>
          </a:prstGeom>
        </p:spPr>
      </p:pic>
      <p:pic>
        <p:nvPicPr>
          <p:cNvPr id="10" name="Picture 9">
            <a:extLst>
              <a:ext uri="{FF2B5EF4-FFF2-40B4-BE49-F238E27FC236}">
                <a16:creationId xmlns:a16="http://schemas.microsoft.com/office/drawing/2014/main" id="{ACB80A73-0CD1-9994-0FD2-117DD695F499}"/>
              </a:ext>
            </a:extLst>
          </p:cNvPr>
          <p:cNvPicPr>
            <a:picLocks noChangeAspect="1"/>
          </p:cNvPicPr>
          <p:nvPr/>
        </p:nvPicPr>
        <p:blipFill>
          <a:blip r:embed="rId3"/>
          <a:stretch>
            <a:fillRect/>
          </a:stretch>
        </p:blipFill>
        <p:spPr>
          <a:xfrm>
            <a:off x="8101713" y="1498684"/>
            <a:ext cx="3982108" cy="2894405"/>
          </a:xfrm>
          <a:prstGeom prst="rect">
            <a:avLst/>
          </a:prstGeom>
        </p:spPr>
      </p:pic>
      <p:pic>
        <p:nvPicPr>
          <p:cNvPr id="17" name="Content Placeholder 16">
            <a:extLst>
              <a:ext uri="{FF2B5EF4-FFF2-40B4-BE49-F238E27FC236}">
                <a16:creationId xmlns:a16="http://schemas.microsoft.com/office/drawing/2014/main" id="{C7BE7944-A899-9B86-EAFE-1702A730EFE9}"/>
              </a:ext>
            </a:extLst>
          </p:cNvPr>
          <p:cNvPicPr>
            <a:picLocks noGrp="1" noChangeAspect="1"/>
          </p:cNvPicPr>
          <p:nvPr>
            <p:ph idx="1"/>
          </p:nvPr>
        </p:nvPicPr>
        <p:blipFill>
          <a:blip r:embed="rId4"/>
          <a:stretch>
            <a:fillRect/>
          </a:stretch>
        </p:blipFill>
        <p:spPr>
          <a:xfrm>
            <a:off x="291059" y="1664715"/>
            <a:ext cx="3837481" cy="2907520"/>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117032"/>
            <a:ext cx="10173182" cy="1128009"/>
          </a:xfrm>
        </p:spPr>
        <p:txBody>
          <a:bodyPr>
            <a:normAutofit/>
          </a:bodyPr>
          <a:lstStyle/>
          <a:p>
            <a:pPr algn="ctr"/>
            <a:r>
              <a:rPr lang="en-US" sz="3600" b="1" dirty="0">
                <a:latin typeface="Times New Roman" panose="02020603050405020304" pitchFamily="18" charset="0"/>
                <a:cs typeface="Times New Roman" panose="02020603050405020304" pitchFamily="18" charset="0"/>
              </a:rPr>
              <a:t>Conclusion</a:t>
            </a:r>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11</a:t>
            </a:fld>
            <a:endParaRPr lang="en-US"/>
          </a:p>
        </p:txBody>
      </p:sp>
      <p:sp>
        <p:nvSpPr>
          <p:cNvPr id="3" name="Content Placeholder 2">
            <a:extLst>
              <a:ext uri="{FF2B5EF4-FFF2-40B4-BE49-F238E27FC236}">
                <a16:creationId xmlns:a16="http://schemas.microsoft.com/office/drawing/2014/main" id="{0CE6E436-8E95-3E5A-8740-44D5B2DDDF2B}"/>
              </a:ext>
            </a:extLst>
          </p:cNvPr>
          <p:cNvSpPr>
            <a:spLocks noGrp="1" noChangeArrowheads="1"/>
          </p:cNvSpPr>
          <p:nvPr>
            <p:ph idx="1"/>
          </p:nvPr>
        </p:nvSpPr>
        <p:spPr bwMode="auto">
          <a:xfrm>
            <a:off x="1180618" y="1397076"/>
            <a:ext cx="1064352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successfully develops a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Lowest Price Finder System</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Java, HTML, CSS, and JavaScript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provides a simple interface where users can search for products and find the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lowest price in their desired location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reduces the effort required to manually compare prices across different stores.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Efficient logic in Java helps in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searching and comparing prices quickly</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use of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HTML, CSS, and JavaScript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improves the usability and presentation of the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the project demonstrates how combining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frontend technologies with Java logic</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 help users make </a:t>
            </a:r>
            <a:r>
              <a:rPr kumimoji="0" lang="en-US" altLang="en-US" sz="1800" b="0" i="0" u="none" strike="noStrike" cap="none" normalizeH="0" baseline="0" dirty="0">
                <a:ln>
                  <a:noFill/>
                </a:ln>
                <a:solidFill>
                  <a:schemeClr val="tx1"/>
                </a:solidFill>
                <a:effectLst/>
                <a:latin typeface="Arial" panose="020B0604020202020204" pitchFamily="34" charset="0"/>
              </a:rPr>
              <a:t>better and more affordable purchasing decisions.</a:t>
            </a:r>
          </a:p>
        </p:txBody>
      </p:sp>
    </p:spTree>
    <p:extLst>
      <p:ext uri="{BB962C8B-B14F-4D97-AF65-F5344CB8AC3E}">
        <p14:creationId xmlns:p14="http://schemas.microsoft.com/office/powerpoint/2010/main" val="2858912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a:xfrm>
            <a:off x="1815661" y="365125"/>
            <a:ext cx="10515600" cy="980199"/>
          </a:xfrm>
        </p:spPr>
        <p:txBody>
          <a:bodyPr>
            <a:normAutofit/>
          </a:bodyPr>
          <a:lstStyle/>
          <a:p>
            <a:r>
              <a:rPr lang="en-US" sz="3600" dirty="0">
                <a:latin typeface="Times New Roman" panose="02020603050405020304" pitchFamily="18" charset="0"/>
                <a:cs typeface="Times New Roman" panose="02020603050405020304" pitchFamily="18" charset="0"/>
              </a:rPr>
              <a:t>Geo- Tag Photos</a:t>
            </a:r>
          </a:p>
        </p:txBody>
      </p:sp>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12" name="Content Placeholder 11">
            <a:extLst>
              <a:ext uri="{FF2B5EF4-FFF2-40B4-BE49-F238E27FC236}">
                <a16:creationId xmlns:a16="http://schemas.microsoft.com/office/drawing/2014/main" id="{6C47FA7A-1CE7-72C2-A7F6-14A6637C1F0B}"/>
              </a:ext>
            </a:extLst>
          </p:cNvPr>
          <p:cNvPicPr>
            <a:picLocks noGrp="1" noChangeAspect="1"/>
          </p:cNvPicPr>
          <p:nvPr>
            <p:ph idx="1"/>
          </p:nvPr>
        </p:nvPicPr>
        <p:blipFill>
          <a:blip r:embed="rId2"/>
          <a:stretch>
            <a:fillRect/>
          </a:stretch>
        </p:blipFill>
        <p:spPr>
          <a:xfrm>
            <a:off x="689741" y="1552355"/>
            <a:ext cx="3040118" cy="2966278"/>
          </a:xfrm>
          <a:prstGeom prst="rect">
            <a:avLst/>
          </a:prstGeom>
        </p:spPr>
      </p:pic>
      <p:pic>
        <p:nvPicPr>
          <p:cNvPr id="14" name="Picture 13">
            <a:extLst>
              <a:ext uri="{FF2B5EF4-FFF2-40B4-BE49-F238E27FC236}">
                <a16:creationId xmlns:a16="http://schemas.microsoft.com/office/drawing/2014/main" id="{00808B89-045C-B2D6-9D84-4EC2192F8CD8}"/>
              </a:ext>
            </a:extLst>
          </p:cNvPr>
          <p:cNvPicPr>
            <a:picLocks noChangeAspect="1"/>
          </p:cNvPicPr>
          <p:nvPr/>
        </p:nvPicPr>
        <p:blipFill>
          <a:blip r:embed="rId3"/>
          <a:stretch>
            <a:fillRect/>
          </a:stretch>
        </p:blipFill>
        <p:spPr>
          <a:xfrm>
            <a:off x="4653454" y="1571463"/>
            <a:ext cx="3040119" cy="2997583"/>
          </a:xfrm>
          <a:prstGeom prst="rect">
            <a:avLst/>
          </a:prstGeom>
        </p:spPr>
      </p:pic>
      <p:pic>
        <p:nvPicPr>
          <p:cNvPr id="16" name="Picture 15">
            <a:extLst>
              <a:ext uri="{FF2B5EF4-FFF2-40B4-BE49-F238E27FC236}">
                <a16:creationId xmlns:a16="http://schemas.microsoft.com/office/drawing/2014/main" id="{0BB08F41-C3CC-C7E6-6C03-4057BE00B9C9}"/>
              </a:ext>
            </a:extLst>
          </p:cNvPr>
          <p:cNvPicPr>
            <a:picLocks noChangeAspect="1"/>
          </p:cNvPicPr>
          <p:nvPr/>
        </p:nvPicPr>
        <p:blipFill>
          <a:blip r:embed="rId4"/>
          <a:stretch>
            <a:fillRect/>
          </a:stretch>
        </p:blipFill>
        <p:spPr>
          <a:xfrm>
            <a:off x="8153400" y="1463924"/>
            <a:ext cx="3331779" cy="3337407"/>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latin typeface="Times New Roman" panose="02020603050405020304" pitchFamily="18" charset="0"/>
                <a:cs typeface="Times New Roman" panose="02020603050405020304" pitchFamily="18" charset="0"/>
              </a:rPr>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13</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3753</TotalTime>
  <Words>1162</Words>
  <Application>Microsoft Office PowerPoint</Application>
  <PresentationFormat>Widescreen</PresentationFormat>
  <Paragraphs>137</Paragraphs>
  <Slides>13</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Arial</vt:lpstr>
      <vt:lpstr>Calibri</vt:lpstr>
      <vt:lpstr>Calibri Light</vt:lpstr>
      <vt:lpstr>Times New Roman</vt:lpstr>
      <vt:lpstr>Office Theme</vt:lpstr>
      <vt:lpstr>Custom Design</vt:lpstr>
      <vt:lpstr>Title: Affordable Prices In Designated Location</vt:lpstr>
      <vt:lpstr>Abstract</vt:lpstr>
      <vt:lpstr>Existing System </vt:lpstr>
      <vt:lpstr>Proposed System</vt:lpstr>
      <vt:lpstr>System Architecture</vt:lpstr>
      <vt:lpstr>Project Modules</vt:lpstr>
      <vt:lpstr>Objectives</vt:lpstr>
      <vt:lpstr>Co’s Attainments - FWD</vt:lpstr>
      <vt:lpstr>Co’s Attainments - DSA</vt:lpstr>
      <vt:lpstr>Screenshots for FWD &amp; DSA</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koushal konnur</cp:lastModifiedBy>
  <cp:revision>51</cp:revision>
  <dcterms:created xsi:type="dcterms:W3CDTF">2022-05-20T10:20:31Z</dcterms:created>
  <dcterms:modified xsi:type="dcterms:W3CDTF">2026-03-09T08:57:25Z</dcterms:modified>
</cp:coreProperties>
</file>